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svg" ContentType="image/svg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Masters/slideMaster2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notesMasters/notesMaster1.xml" ContentType="application/vnd.openxmlformats-officedocument.presentationml.notesMaster+xml"/>
  <Override PartName="/ppt/tags/tag1.xml" ContentType="application/vnd.openxmlformats-officedocument.presentationml.tags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ppt/slideLayouts/slideLayout18.xml" ContentType="application/vnd.openxmlformats-officedocument.presentationml.slideLayout+xml"/>
  <Override PartName="/ppt/slideLayouts/slideLayout19.xml" ContentType="application/vnd.openxmlformats-officedocument.presentationml.slideLayout+xml"/>
  <Override PartName="/ppt/slideLayouts/slideLayout20.xml" ContentType="application/vnd.openxmlformats-officedocument.presentationml.slideLayout+xml"/>
  <Override PartName="/ppt/slideLayouts/slideLayout21.xml" ContentType="application/vnd.openxmlformats-officedocument.presentationml.slideLayout+xml"/>
  <Override PartName="/ppt/slideLayouts/slideLayout22.xml" ContentType="application/vnd.openxmlformats-officedocument.presentationml.slideLayout+xml"/>
  <Override PartName="/ppt/slideLayouts/slideLayout23.xml" ContentType="application/vnd.openxmlformats-officedocument.presentationml.slideLayout+xml"/>
  <Override PartName="/ppt/slideLayouts/slideLayout24.xml" ContentType="application/vnd.openxmlformats-officedocument.presentationml.slideLayout+xml"/>
  <Override PartName="/ppt/theme/theme2.xml" ContentType="application/vnd.openxmlformats-officedocument.theme+xml"/>
  <Override PartName="/ppt/theme/theme3.xml" ContentType="application/vnd.openxmlformats-officedocument.theme+xml"/>
  <Override PartName="/ppt/authors.xml" ContentType="application/vnd.ms-powerpoint.authors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5" Type="http://schemas.openxmlformats.org/officeDocument/2006/relationships/custom-properties" Target="docProps/custom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autoCompressPictures="0">
  <p:sldMasterIdLst>
    <p:sldMasterId id="2147483648" r:id="rId1"/>
    <p:sldMasterId id="2147483662" r:id="rId2"/>
  </p:sldMasterIdLst>
  <p:notesMasterIdLst>
    <p:notesMasterId r:id="rId6"/>
  </p:notesMasterIdLst>
  <p:sldIdLst>
    <p:sldId id="11090565" r:id="rId3"/>
    <p:sldId id="11090564" r:id="rId4"/>
    <p:sldId id="11090566" r:id="rId5"/>
  </p:sldIdLst>
  <p:sldSz cx="12192000" cy="6858000"/>
  <p:notesSz cx="6858000" cy="9144000"/>
  <p:custDataLst>
    <p:tags r:id="rId7"/>
  </p:custDataLst>
  <p:defaultTextStyle>
    <a:defPPr>
      <a:defRPr lang="zh-CN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pos="416" userDrawn="1">
          <p15:clr>
            <a:srgbClr val="A4A3A4"/>
          </p15:clr>
        </p15:guide>
        <p15:guide id="2" pos="7256" userDrawn="1">
          <p15:clr>
            <a:srgbClr val="A4A3A4"/>
          </p15:clr>
        </p15:guide>
        <p15:guide id="3" orient="horz" pos="663" userDrawn="1">
          <p15:clr>
            <a:srgbClr val="A4A3A4"/>
          </p15:clr>
        </p15:guide>
        <p15:guide id="4" orient="horz" pos="712" userDrawn="1">
          <p15:clr>
            <a:srgbClr val="A4A3A4"/>
          </p15:clr>
        </p15:guide>
        <p15:guide id="5" orient="horz" pos="4224" userDrawn="1">
          <p15:clr>
            <a:srgbClr val="A4A3A4"/>
          </p15:clr>
        </p15:guide>
        <p15:guide id="6" orient="horz" pos="3725" userDrawn="1">
          <p15:clr>
            <a:srgbClr val="A4A3A4"/>
          </p15:clr>
        </p15:guide>
      </p15:sldGuideLst>
    </p:ext>
  </p:extLst>
</p:presentation>
</file>

<file path=ppt/authors.xml><?xml version="1.0" encoding="utf-8"?>
<p188:authorLst xmlns:a="http://schemas.openxmlformats.org/drawingml/2006/main" xmlns:r="http://schemas.openxmlformats.org/officeDocument/2006/relationships" xmlns:p188="http://schemas.microsoft.com/office/powerpoint/2018/8/main">
  <p188:author id="{84314507-5131-BF7E-367E-01E3257A405B}" name="Eve Zhao" initials="EZ" userId="9db9afb8f5dfcd86" providerId="Windows Live"/>
</p188:authorLst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 useTimings="0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4472C4"/>
    <a:srgbClr val="4453C4"/>
    <a:srgbClr val="5344C4"/>
    <a:srgbClr val="44AFC4"/>
    <a:srgbClr val="F2F2F2"/>
    <a:srgbClr val="92ADDD"/>
    <a:srgbClr val="02234A"/>
    <a:srgbClr val="D9D9D9"/>
    <a:srgbClr val="FEFEFE"/>
    <a:srgbClr val="C73A12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中度样式 2 - 强调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793D81CF-94F2-401A-BA57-92F5A7B2D0C5}" styleName="中度样式 1">
    <a:wholeTbl>
      <a:tcTxStyle>
        <a:fontRef idx="minor">
          <a:scrgbClr r="0" g="0" b="0"/>
        </a:fontRef>
        <a:schemeClr val="dk1"/>
      </a:tcTxStyle>
      <a:tcStyle>
        <a:tcBdr>
          <a:left>
            <a:ln w="12700" cmpd="sng">
              <a:solidFill>
                <a:schemeClr val="dk1"/>
              </a:solidFill>
            </a:ln>
          </a:left>
          <a:right>
            <a:ln w="12700" cmpd="sng">
              <a:solidFill>
                <a:schemeClr val="dk1"/>
              </a:solidFill>
            </a:ln>
          </a:right>
          <a:top>
            <a:ln w="12700" cmpd="sng">
              <a:solidFill>
                <a:schemeClr val="dk1"/>
              </a:solidFill>
            </a:ln>
          </a:top>
          <a:bottom>
            <a:ln w="12700" cmpd="sng">
              <a:solidFill>
                <a:schemeClr val="dk1"/>
              </a:solidFill>
            </a:ln>
          </a:bottom>
          <a:insideH>
            <a:ln w="12700" cmpd="sng">
              <a:solidFill>
                <a:schemeClr val="dk1"/>
              </a:solidFill>
            </a:ln>
          </a:insideH>
          <a:insideV>
            <a:ln>
              <a:noFill/>
            </a:ln>
          </a:insideV>
        </a:tcBdr>
        <a:fill>
          <a:solidFill>
            <a:schemeClr val="lt1"/>
          </a:solidFill>
        </a:fill>
      </a:tcStyle>
    </a:wholeTbl>
    <a:band1H>
      <a:tcStyle>
        <a:tcBdr/>
        <a:fill>
          <a:solidFill>
            <a:schemeClr val="dk1">
              <a:tint val="20000"/>
            </a:schemeClr>
          </a:solidFill>
        </a:fill>
      </a:tcStyle>
    </a:band1H>
    <a:band1V>
      <a:tcStyle>
        <a:tcBdr/>
        <a:fill>
          <a:solidFill>
            <a:schemeClr val="dk1">
              <a:tint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dk1"/>
              </a:solidFill>
            </a:ln>
          </a:top>
        </a:tcBdr>
        <a:fill>
          <a:solidFill>
            <a:schemeClr val="lt1"/>
          </a:solidFill>
        </a:fill>
      </a:tcStyle>
    </a:lastRow>
    <a:firstRow>
      <a:tcTxStyle b="on">
        <a:fontRef idx="minor">
          <a:scrgbClr r="0" g="0" b="0"/>
        </a:fontRef>
        <a:schemeClr val="lt1"/>
      </a:tcTxStyle>
      <a:tcStyle>
        <a:tcBdr/>
        <a:fill>
          <a:solidFill>
            <a:schemeClr val="dk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6829" autoAdjust="0"/>
    <p:restoredTop sz="95659" autoAdjust="0"/>
  </p:normalViewPr>
  <p:slideViewPr>
    <p:cSldViewPr snapToGrid="0" snapToObjects="1">
      <p:cViewPr>
        <p:scale>
          <a:sx n="75" d="100"/>
          <a:sy n="75" d="100"/>
        </p:scale>
        <p:origin x="1542" y="774"/>
      </p:cViewPr>
      <p:guideLst>
        <p:guide pos="416"/>
        <p:guide pos="7256"/>
        <p:guide orient="horz" pos="663"/>
        <p:guide orient="horz" pos="712"/>
        <p:guide orient="horz" pos="4224"/>
        <p:guide orient="horz" pos="3725"/>
      </p:guideLst>
    </p:cSldViewPr>
  </p:slideViewPr>
  <p:outlineViewPr>
    <p:cViewPr>
      <p:scale>
        <a:sx n="33" d="100"/>
        <a:sy n="33" d="100"/>
      </p:scale>
      <p:origin x="0" y="0"/>
    </p:cViewPr>
  </p:outlin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presProps" Target="presProps.xml"/><Relationship Id="rId3" Type="http://schemas.openxmlformats.org/officeDocument/2006/relationships/slide" Target="slides/slide1.xml"/><Relationship Id="rId7" Type="http://schemas.openxmlformats.org/officeDocument/2006/relationships/tags" Target="tags/tag1.xml"/><Relationship Id="rId12" Type="http://schemas.microsoft.com/office/2018/10/relationships/authors" Target="authors.xml"/><Relationship Id="rId2" Type="http://schemas.openxmlformats.org/officeDocument/2006/relationships/slideMaster" Target="slideMasters/slideMaster2.xml"/><Relationship Id="rId1" Type="http://schemas.openxmlformats.org/officeDocument/2006/relationships/slideMaster" Target="slideMasters/slideMaster1.xml"/><Relationship Id="rId6" Type="http://schemas.openxmlformats.org/officeDocument/2006/relationships/notesMaster" Target="notesMasters/notesMaster1.xml"/><Relationship Id="rId11" Type="http://schemas.openxmlformats.org/officeDocument/2006/relationships/tableStyles" Target="tableStyles.xml"/><Relationship Id="rId5" Type="http://schemas.openxmlformats.org/officeDocument/2006/relationships/slide" Target="slides/slide3.xml"/><Relationship Id="rId10" Type="http://schemas.openxmlformats.org/officeDocument/2006/relationships/theme" Target="theme/theme1.xml"/><Relationship Id="rId4" Type="http://schemas.openxmlformats.org/officeDocument/2006/relationships/slide" Target="slides/slide2.xml"/><Relationship Id="rId9" Type="http://schemas.openxmlformats.org/officeDocument/2006/relationships/viewProps" Target="viewProp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3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页眉占位符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zh-CN" altLang="en-US"/>
          </a:p>
        </p:txBody>
      </p:sp>
      <p:sp>
        <p:nvSpPr>
          <p:cNvPr id="3" name="日期占位符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F3756267-D3CB-485C-9D7C-C7414D20D71C}" type="datetimeFigureOut">
              <a:rPr lang="zh-CN" altLang="en-US" smtClean="0"/>
              <a:t>2024/3/18</a:t>
            </a:fld>
            <a:endParaRPr lang="zh-CN" altLang="en-US"/>
          </a:p>
        </p:txBody>
      </p:sp>
      <p:sp>
        <p:nvSpPr>
          <p:cNvPr id="4" name="幻灯片图像占位符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zh-CN" altLang="en-US"/>
          </a:p>
        </p:txBody>
      </p:sp>
      <p:sp>
        <p:nvSpPr>
          <p:cNvPr id="5" name="备注占位符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zh-CN" altLang="en-US"/>
              <a:t>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zh-CN" altLang="en-US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20887BF3-D356-4F05-806B-2524C10B31F7}" type="slidenum">
              <a:rPr lang="zh-CN" altLang="en-US" smtClean="0"/>
              <a:t>‹#›</a:t>
            </a:fld>
            <a:endParaRPr lang="zh-CN" alt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_rels/slideLayout14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_rels/slideLayout1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标题幻灯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  <a:prstGeom prst="rect">
            <a:avLst/>
          </a:prstGeom>
        </p:spPr>
        <p:txBody>
          <a:bodyPr anchor="b"/>
          <a:lstStyle>
            <a:lvl1pPr algn="ctr">
              <a:defRPr sz="6000"/>
            </a:lvl1pPr>
          </a:lstStyle>
          <a:p>
            <a:r>
              <a:rPr kumimoji="1" lang="zh-CN" altLang="en-US"/>
              <a:t>单击此处编辑母版标题样式</a:t>
            </a:r>
          </a:p>
        </p:txBody>
      </p:sp>
      <p:sp>
        <p:nvSpPr>
          <p:cNvPr id="3" name="副标题 2"/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  <a:prstGeom prst="rect">
            <a:avLst/>
          </a:prstGeo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kumimoji="1" lang="zh-CN" altLang="en-US"/>
              <a:t>单击此处编辑母版副标题样式</a:t>
            </a:r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/>
          <a:lstStyle/>
          <a:p>
            <a:fld id="{B1516ECE-69C1-094E-BB49-19C487D30D51}" type="datetimeFigureOut">
              <a:rPr lang="zh-CN" altLang="en-US"/>
              <a:t>2024/3/18</a:t>
            </a:fld>
            <a:endParaRPr kumimoji="1"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>
          <a:xfrm>
            <a:off x="4038600" y="6356350"/>
            <a:ext cx="4114800" cy="365125"/>
          </a:xfrm>
        </p:spPr>
        <p:txBody>
          <a:bodyPr/>
          <a:lstStyle/>
          <a:p>
            <a:endParaRPr kumimoji="1"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/>
          <a:lstStyle/>
          <a:p>
            <a:fld id="{9F206544-6BFC-154F-80E8-539BA3E8C2BC}" type="slidenum">
              <a:rPr/>
              <a:t>‹#›</a:t>
            </a:fld>
            <a:endParaRPr kumimoji="1" lang="zh-CN" altLang="en-US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标题和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/>
          <a:lstStyle/>
          <a:p>
            <a:r>
              <a:rPr kumimoji="1" lang="zh-CN" altLang="en-US"/>
              <a:t>单击此处编辑母版标题样式</a:t>
            </a:r>
          </a:p>
        </p:txBody>
      </p:sp>
      <p:sp>
        <p:nvSpPr>
          <p:cNvPr id="3" name="内容占位符 2"/>
          <p:cNvSpPr>
            <a:spLocks noGrp="1"/>
          </p:cNvSpPr>
          <p:nvPr>
            <p:ph idx="1" hasCustomPrompt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/>
          <a:lstStyle/>
          <a:p>
            <a:r>
              <a:rPr kumimoji="1" lang="zh-CN" altLang="en-US"/>
              <a:t>编辑母版文本样式
第二级
第三级
第四级
第五级</a:t>
            </a:r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/>
          <a:lstStyle/>
          <a:p>
            <a:fld id="{B1516ECE-69C1-094E-BB49-19C487D30D51}" type="datetimeFigureOut">
              <a:rPr lang="zh-CN" altLang="en-US"/>
              <a:t>2024/3/18</a:t>
            </a:fld>
            <a:endParaRPr kumimoji="1"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>
          <a:xfrm>
            <a:off x="4038600" y="6356350"/>
            <a:ext cx="4114800" cy="365125"/>
          </a:xfrm>
        </p:spPr>
        <p:txBody>
          <a:bodyPr/>
          <a:lstStyle/>
          <a:p>
            <a:endParaRPr kumimoji="1"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/>
          <a:lstStyle/>
          <a:p>
            <a:fld id="{9F206544-6BFC-154F-80E8-539BA3E8C2BC}" type="slidenum">
              <a:rPr/>
              <a:t>‹#›</a:t>
            </a:fld>
            <a:endParaRPr kumimoji="1" lang="zh-CN" altLang="en-US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节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  <a:prstGeom prst="rect">
            <a:avLst/>
          </a:prstGeom>
        </p:spPr>
        <p:txBody>
          <a:bodyPr anchor="b"/>
          <a:lstStyle>
            <a:lvl1pPr>
              <a:defRPr sz="6000"/>
            </a:lvl1pPr>
          </a:lstStyle>
          <a:p>
            <a:r>
              <a:rPr kumimoji="1" lang="zh-CN" altLang="en-US"/>
              <a:t>单击此处编辑母版标题样式</a:t>
            </a:r>
          </a:p>
        </p:txBody>
      </p:sp>
      <p:sp>
        <p:nvSpPr>
          <p:cNvPr id="3" name="文本占位符 2"/>
          <p:cNvSpPr>
            <a:spLocks noGrp="1"/>
          </p:cNvSpPr>
          <p:nvPr>
            <p:ph type="body" idx="1" hasCustomPrompt="1"/>
          </p:nvPr>
        </p:nvSpPr>
        <p:spPr>
          <a:xfrm>
            <a:off x="831850" y="4589463"/>
            <a:ext cx="10515600" cy="1500187"/>
          </a:xfrm>
          <a:prstGeom prst="rect">
            <a:avLst/>
          </a:prstGeo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kumimoji="1" lang="zh-CN" altLang="en-US"/>
              <a:t>编辑母版文本样式
第二级
第三级
第四级
第五级</a:t>
            </a:r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/>
          <a:lstStyle/>
          <a:p>
            <a:fld id="{B1516ECE-69C1-094E-BB49-19C487D30D51}" type="datetimeFigureOut">
              <a:rPr lang="zh-CN" altLang="en-US"/>
              <a:t>2024/3/18</a:t>
            </a:fld>
            <a:endParaRPr kumimoji="1"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>
          <a:xfrm>
            <a:off x="4038600" y="6356350"/>
            <a:ext cx="4114800" cy="365125"/>
          </a:xfrm>
        </p:spPr>
        <p:txBody>
          <a:bodyPr/>
          <a:lstStyle/>
          <a:p>
            <a:endParaRPr kumimoji="1"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/>
          <a:lstStyle/>
          <a:p>
            <a:fld id="{9F206544-6BFC-154F-80E8-539BA3E8C2BC}" type="slidenum">
              <a:rPr/>
              <a:t>‹#›</a:t>
            </a:fld>
            <a:endParaRPr kumimoji="1" lang="zh-CN" altLang="en-US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两栏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/>
          <a:lstStyle/>
          <a:p>
            <a:r>
              <a:rPr kumimoji="1" lang="zh-CN" altLang="en-US"/>
              <a:t>单击此处编辑母版标题样式</a:t>
            </a:r>
          </a:p>
        </p:txBody>
      </p:sp>
      <p:sp>
        <p:nvSpPr>
          <p:cNvPr id="3" name="内容占位符 2"/>
          <p:cNvSpPr>
            <a:spLocks noGrp="1"/>
          </p:cNvSpPr>
          <p:nvPr>
            <p:ph sz="half" idx="1" hasCustomPrompt="1"/>
          </p:nvPr>
        </p:nvSpPr>
        <p:spPr>
          <a:xfrm>
            <a:off x="838200" y="1825625"/>
            <a:ext cx="5181600" cy="4351338"/>
          </a:xfrm>
          <a:prstGeom prst="rect">
            <a:avLst/>
          </a:prstGeom>
        </p:spPr>
        <p:txBody>
          <a:bodyPr/>
          <a:lstStyle/>
          <a:p>
            <a:r>
              <a:rPr kumimoji="1" lang="zh-CN" altLang="en-US"/>
              <a:t>编辑母版文本样式
第二级
第三级
第四级
第五级</a:t>
            </a:r>
          </a:p>
        </p:txBody>
      </p:sp>
      <p:sp>
        <p:nvSpPr>
          <p:cNvPr id="4" name="内容占位符 3"/>
          <p:cNvSpPr>
            <a:spLocks noGrp="1"/>
          </p:cNvSpPr>
          <p:nvPr>
            <p:ph sz="half" idx="2" hasCustomPrompt="1"/>
          </p:nvPr>
        </p:nvSpPr>
        <p:spPr>
          <a:xfrm>
            <a:off x="6172200" y="1825625"/>
            <a:ext cx="5181600" cy="4351338"/>
          </a:xfrm>
          <a:prstGeom prst="rect">
            <a:avLst/>
          </a:prstGeom>
        </p:spPr>
        <p:txBody>
          <a:bodyPr/>
          <a:lstStyle/>
          <a:p>
            <a:r>
              <a:rPr kumimoji="1" lang="zh-CN" altLang="en-US"/>
              <a:t>编辑母版文本样式
第二级
第三级
第四级
第五级</a:t>
            </a:r>
          </a:p>
        </p:txBody>
      </p:sp>
      <p:sp>
        <p:nvSpPr>
          <p:cNvPr id="5" name="日期占位符 4"/>
          <p:cNvSpPr>
            <a:spLocks noGrp="1"/>
          </p:cNvSpPr>
          <p:nvPr>
            <p:ph type="dt" sz="half" idx="10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/>
          <a:lstStyle/>
          <a:p>
            <a:fld id="{B1516ECE-69C1-094E-BB49-19C487D30D51}" type="datetimeFigureOut">
              <a:rPr lang="zh-CN" altLang="en-US"/>
              <a:t>2024/3/18</a:t>
            </a:fld>
            <a:endParaRPr kumimoji="1" lang="zh-CN" altLang="en-US"/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11"/>
          </p:nvPr>
        </p:nvSpPr>
        <p:spPr>
          <a:xfrm>
            <a:off x="4038600" y="6356350"/>
            <a:ext cx="4114800" cy="365125"/>
          </a:xfrm>
        </p:spPr>
        <p:txBody>
          <a:bodyPr/>
          <a:lstStyle/>
          <a:p>
            <a:endParaRPr kumimoji="1" lang="zh-CN" altLang="en-US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12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/>
          <a:lstStyle/>
          <a:p>
            <a:fld id="{9F206544-6BFC-154F-80E8-539BA3E8C2BC}" type="slidenum">
              <a:rPr/>
              <a:t>‹#›</a:t>
            </a:fld>
            <a:endParaRPr kumimoji="1" lang="zh-CN" altLang="en-US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比较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  <a:prstGeom prst="rect">
            <a:avLst/>
          </a:prstGeom>
        </p:spPr>
        <p:txBody>
          <a:bodyPr/>
          <a:lstStyle/>
          <a:p>
            <a:r>
              <a:rPr kumimoji="1" lang="zh-CN" altLang="en-US"/>
              <a:t>单击此处编辑母版标题样式</a:t>
            </a:r>
          </a:p>
        </p:txBody>
      </p:sp>
      <p:sp>
        <p:nvSpPr>
          <p:cNvPr id="3" name="文本占位符 2"/>
          <p:cNvSpPr>
            <a:spLocks noGrp="1"/>
          </p:cNvSpPr>
          <p:nvPr>
            <p:ph type="body" idx="1" hasCustomPrompt="1"/>
          </p:nvPr>
        </p:nvSpPr>
        <p:spPr>
          <a:xfrm>
            <a:off x="839788" y="1681163"/>
            <a:ext cx="5157787" cy="823912"/>
          </a:xfrm>
          <a:prstGeom prst="rect">
            <a:avLst/>
          </a:prstGeo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r>
              <a:rPr kumimoji="1" lang="zh-CN" altLang="en-US"/>
              <a:t>编辑母版文本样式
第二级
第三级
第四级
第五级</a:t>
            </a:r>
          </a:p>
        </p:txBody>
      </p:sp>
      <p:sp>
        <p:nvSpPr>
          <p:cNvPr id="4" name="内容占位符 3"/>
          <p:cNvSpPr>
            <a:spLocks noGrp="1"/>
          </p:cNvSpPr>
          <p:nvPr>
            <p:ph sz="half" idx="2" hasCustomPrompt="1"/>
          </p:nvPr>
        </p:nvSpPr>
        <p:spPr>
          <a:xfrm>
            <a:off x="839788" y="2505075"/>
            <a:ext cx="5157787" cy="3684588"/>
          </a:xfrm>
          <a:prstGeom prst="rect">
            <a:avLst/>
          </a:prstGeom>
        </p:spPr>
        <p:txBody>
          <a:bodyPr/>
          <a:lstStyle/>
          <a:p>
            <a:r>
              <a:rPr kumimoji="1" lang="zh-CN" altLang="en-US"/>
              <a:t>编辑母版文本样式
第二级
第三级
第四级
第五级</a:t>
            </a:r>
          </a:p>
        </p:txBody>
      </p:sp>
      <p:sp>
        <p:nvSpPr>
          <p:cNvPr id="5" name="文本占位符 4"/>
          <p:cNvSpPr>
            <a:spLocks noGrp="1"/>
          </p:cNvSpPr>
          <p:nvPr>
            <p:ph type="body" sz="quarter" idx="3" hasCustomPrompt="1"/>
          </p:nvPr>
        </p:nvSpPr>
        <p:spPr>
          <a:xfrm>
            <a:off x="6172200" y="1681163"/>
            <a:ext cx="5183188" cy="823912"/>
          </a:xfrm>
          <a:prstGeom prst="rect">
            <a:avLst/>
          </a:prstGeo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r>
              <a:rPr kumimoji="1" lang="zh-CN" altLang="en-US"/>
              <a:t>编辑母版文本样式
第二级
第三级
第四级
第五级</a:t>
            </a:r>
          </a:p>
        </p:txBody>
      </p:sp>
      <p:sp>
        <p:nvSpPr>
          <p:cNvPr id="6" name="内容占位符 5"/>
          <p:cNvSpPr>
            <a:spLocks noGrp="1"/>
          </p:cNvSpPr>
          <p:nvPr>
            <p:ph sz="quarter" idx="4" hasCustomPrompt="1"/>
          </p:nvPr>
        </p:nvSpPr>
        <p:spPr>
          <a:xfrm>
            <a:off x="6172200" y="2505075"/>
            <a:ext cx="5183188" cy="3684588"/>
          </a:xfrm>
          <a:prstGeom prst="rect">
            <a:avLst/>
          </a:prstGeom>
        </p:spPr>
        <p:txBody>
          <a:bodyPr/>
          <a:lstStyle/>
          <a:p>
            <a:r>
              <a:rPr kumimoji="1" lang="zh-CN" altLang="en-US"/>
              <a:t>编辑母版文本样式
第二级
第三级
第四级
第五级</a:t>
            </a:r>
          </a:p>
        </p:txBody>
      </p:sp>
      <p:sp>
        <p:nvSpPr>
          <p:cNvPr id="7" name="日期占位符 6"/>
          <p:cNvSpPr>
            <a:spLocks noGrp="1"/>
          </p:cNvSpPr>
          <p:nvPr>
            <p:ph type="dt" sz="half" idx="10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/>
          <a:lstStyle/>
          <a:p>
            <a:fld id="{B1516ECE-69C1-094E-BB49-19C487D30D51}" type="datetimeFigureOut">
              <a:rPr lang="zh-CN" altLang="en-US"/>
              <a:t>2024/3/18</a:t>
            </a:fld>
            <a:endParaRPr kumimoji="1" lang="zh-CN" altLang="en-US"/>
          </a:p>
        </p:txBody>
      </p:sp>
      <p:sp>
        <p:nvSpPr>
          <p:cNvPr id="8" name="页脚占位符 7"/>
          <p:cNvSpPr>
            <a:spLocks noGrp="1"/>
          </p:cNvSpPr>
          <p:nvPr>
            <p:ph type="ftr" sz="quarter" idx="11"/>
          </p:nvPr>
        </p:nvSpPr>
        <p:spPr>
          <a:xfrm>
            <a:off x="4038600" y="6356350"/>
            <a:ext cx="4114800" cy="365125"/>
          </a:xfrm>
        </p:spPr>
        <p:txBody>
          <a:bodyPr/>
          <a:lstStyle/>
          <a:p>
            <a:endParaRPr kumimoji="1" lang="zh-CN" altLang="en-US"/>
          </a:p>
        </p:txBody>
      </p:sp>
      <p:sp>
        <p:nvSpPr>
          <p:cNvPr id="9" name="灯片编号占位符 8"/>
          <p:cNvSpPr>
            <a:spLocks noGrp="1"/>
          </p:cNvSpPr>
          <p:nvPr>
            <p:ph type="sldNum" sz="quarter" idx="12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/>
          <a:lstStyle/>
          <a:p>
            <a:fld id="{9F206544-6BFC-154F-80E8-539BA3E8C2BC}" type="slidenum">
              <a:rPr/>
              <a:t>‹#›</a:t>
            </a:fld>
            <a:endParaRPr kumimoji="1" lang="zh-CN" altLang="en-US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仅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/>
          <a:lstStyle/>
          <a:p>
            <a:r>
              <a:rPr kumimoji="1" lang="zh-CN" altLang="en-US"/>
              <a:t>单击此处编辑母版标题样式</a:t>
            </a:r>
          </a:p>
        </p:txBody>
      </p:sp>
      <p:sp>
        <p:nvSpPr>
          <p:cNvPr id="3" name="日期占位符 2"/>
          <p:cNvSpPr>
            <a:spLocks noGrp="1"/>
          </p:cNvSpPr>
          <p:nvPr>
            <p:ph type="dt" sz="half" idx="10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/>
          <a:lstStyle/>
          <a:p>
            <a:fld id="{B1516ECE-69C1-094E-BB49-19C487D30D51}" type="datetimeFigureOut">
              <a:rPr lang="zh-CN" altLang="en-US"/>
              <a:t>2024/3/18</a:t>
            </a:fld>
            <a:endParaRPr kumimoji="1" lang="zh-CN" altLang="en-US"/>
          </a:p>
        </p:txBody>
      </p:sp>
      <p:sp>
        <p:nvSpPr>
          <p:cNvPr id="4" name="页脚占位符 3"/>
          <p:cNvSpPr>
            <a:spLocks noGrp="1"/>
          </p:cNvSpPr>
          <p:nvPr>
            <p:ph type="ftr" sz="quarter" idx="11"/>
          </p:nvPr>
        </p:nvSpPr>
        <p:spPr>
          <a:xfrm>
            <a:off x="4038600" y="6356350"/>
            <a:ext cx="4114800" cy="365125"/>
          </a:xfrm>
        </p:spPr>
        <p:txBody>
          <a:bodyPr/>
          <a:lstStyle/>
          <a:p>
            <a:endParaRPr kumimoji="1" lang="zh-CN" altLang="en-US"/>
          </a:p>
        </p:txBody>
      </p:sp>
      <p:sp>
        <p:nvSpPr>
          <p:cNvPr id="5" name="灯片编号占位符 4"/>
          <p:cNvSpPr>
            <a:spLocks noGrp="1"/>
          </p:cNvSpPr>
          <p:nvPr>
            <p:ph type="sldNum" sz="quarter" idx="12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/>
          <a:lstStyle/>
          <a:p>
            <a:fld id="{9F206544-6BFC-154F-80E8-539BA3E8C2BC}" type="slidenum">
              <a:rPr/>
              <a:t>‹#›</a:t>
            </a:fld>
            <a:endParaRPr kumimoji="1" lang="zh-CN" altLang="en-US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空白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日期占位符 1"/>
          <p:cNvSpPr>
            <a:spLocks noGrp="1"/>
          </p:cNvSpPr>
          <p:nvPr>
            <p:ph type="dt" sz="half" idx="10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/>
          <a:lstStyle/>
          <a:p>
            <a:fld id="{B1516ECE-69C1-094E-BB49-19C487D30D51}" type="datetimeFigureOut">
              <a:rPr lang="zh-CN" altLang="en-US"/>
              <a:t>2024/3/18</a:t>
            </a:fld>
            <a:endParaRPr kumimoji="1" lang="zh-CN" altLang="en-US"/>
          </a:p>
        </p:txBody>
      </p:sp>
      <p:sp>
        <p:nvSpPr>
          <p:cNvPr id="3" name="页脚占位符 2"/>
          <p:cNvSpPr>
            <a:spLocks noGrp="1"/>
          </p:cNvSpPr>
          <p:nvPr>
            <p:ph type="ftr" sz="quarter" idx="11"/>
          </p:nvPr>
        </p:nvSpPr>
        <p:spPr>
          <a:xfrm>
            <a:off x="4038600" y="6356350"/>
            <a:ext cx="4114800" cy="365125"/>
          </a:xfrm>
        </p:spPr>
        <p:txBody>
          <a:bodyPr/>
          <a:lstStyle/>
          <a:p>
            <a:endParaRPr kumimoji="1" lang="zh-CN" altLang="en-US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2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/>
          <a:lstStyle/>
          <a:p>
            <a:fld id="{9F206544-6BFC-154F-80E8-539BA3E8C2BC}" type="slidenum">
              <a:rPr/>
              <a:t>‹#›</a:t>
            </a:fld>
            <a:endParaRPr kumimoji="1" lang="zh-CN" altLang="en-US" dirty="0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内容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  <a:prstGeom prst="rect">
            <a:avLst/>
          </a:prstGeom>
        </p:spPr>
        <p:txBody>
          <a:bodyPr anchor="b"/>
          <a:lstStyle>
            <a:lvl1pPr>
              <a:defRPr sz="3200"/>
            </a:lvl1pPr>
          </a:lstStyle>
          <a:p>
            <a:r>
              <a:rPr kumimoji="1" lang="zh-CN" altLang="en-US"/>
              <a:t>单击此处编辑母版标题样式</a:t>
            </a:r>
          </a:p>
        </p:txBody>
      </p:sp>
      <p:sp>
        <p:nvSpPr>
          <p:cNvPr id="3" name="内容占位符 2"/>
          <p:cNvSpPr>
            <a:spLocks noGrp="1"/>
          </p:cNvSpPr>
          <p:nvPr>
            <p:ph idx="1" hasCustomPrompt="1"/>
          </p:nvPr>
        </p:nvSpPr>
        <p:spPr>
          <a:xfrm>
            <a:off x="5183188" y="987425"/>
            <a:ext cx="6172200" cy="4873625"/>
          </a:xfrm>
          <a:prstGeom prst="rect">
            <a:avLst/>
          </a:prstGeo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r>
              <a:rPr kumimoji="1" lang="zh-CN" altLang="en-US"/>
              <a:t>编辑母版文本样式
第二级
第三级
第四级
第五级</a:t>
            </a:r>
          </a:p>
        </p:txBody>
      </p:sp>
      <p:sp>
        <p:nvSpPr>
          <p:cNvPr id="4" name="文本占位符 3"/>
          <p:cNvSpPr>
            <a:spLocks noGrp="1"/>
          </p:cNvSpPr>
          <p:nvPr>
            <p:ph type="body" sz="half" idx="2" hasCustomPrompt="1"/>
          </p:nvPr>
        </p:nvSpPr>
        <p:spPr>
          <a:xfrm>
            <a:off x="839788" y="2057400"/>
            <a:ext cx="3932237" cy="3811588"/>
          </a:xfrm>
          <a:prstGeom prst="rect">
            <a:avLst/>
          </a:prstGeo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r>
              <a:rPr kumimoji="1" lang="zh-CN" altLang="en-US"/>
              <a:t>编辑母版文本样式
第二级
第三级
第四级
第五级</a:t>
            </a:r>
          </a:p>
        </p:txBody>
      </p:sp>
      <p:sp>
        <p:nvSpPr>
          <p:cNvPr id="5" name="日期占位符 4"/>
          <p:cNvSpPr>
            <a:spLocks noGrp="1"/>
          </p:cNvSpPr>
          <p:nvPr>
            <p:ph type="dt" sz="half" idx="10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/>
          <a:lstStyle/>
          <a:p>
            <a:fld id="{B1516ECE-69C1-094E-BB49-19C487D30D51}" type="datetimeFigureOut">
              <a:rPr lang="zh-CN" altLang="en-US"/>
              <a:t>2024/3/18</a:t>
            </a:fld>
            <a:endParaRPr kumimoji="1" lang="zh-CN" altLang="en-US"/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11"/>
          </p:nvPr>
        </p:nvSpPr>
        <p:spPr>
          <a:xfrm>
            <a:off x="4038600" y="6356350"/>
            <a:ext cx="4114800" cy="365125"/>
          </a:xfrm>
        </p:spPr>
        <p:txBody>
          <a:bodyPr/>
          <a:lstStyle/>
          <a:p>
            <a:endParaRPr kumimoji="1" lang="zh-CN" altLang="en-US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12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/>
          <a:lstStyle/>
          <a:p>
            <a:fld id="{9F206544-6BFC-154F-80E8-539BA3E8C2BC}" type="slidenum">
              <a:rPr/>
              <a:t>‹#›</a:t>
            </a:fld>
            <a:endParaRPr kumimoji="1" lang="zh-CN" altLang="en-US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图片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  <a:prstGeom prst="rect">
            <a:avLst/>
          </a:prstGeom>
        </p:spPr>
        <p:txBody>
          <a:bodyPr anchor="b"/>
          <a:lstStyle>
            <a:lvl1pPr>
              <a:defRPr sz="3200"/>
            </a:lvl1pPr>
          </a:lstStyle>
          <a:p>
            <a:r>
              <a:rPr kumimoji="1" lang="zh-CN" altLang="en-US"/>
              <a:t>单击此处编辑母版标题样式</a:t>
            </a:r>
          </a:p>
        </p:txBody>
      </p:sp>
      <p:sp>
        <p:nvSpPr>
          <p:cNvPr id="3" name="图片占位符 2"/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  <a:prstGeom prst="rect">
            <a:avLst/>
          </a:prstGeo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kumimoji="1" lang="zh-CN" altLang="en-US"/>
          </a:p>
        </p:txBody>
      </p:sp>
      <p:sp>
        <p:nvSpPr>
          <p:cNvPr id="4" name="文本占位符 3"/>
          <p:cNvSpPr>
            <a:spLocks noGrp="1"/>
          </p:cNvSpPr>
          <p:nvPr>
            <p:ph type="body" sz="half" idx="2" hasCustomPrompt="1"/>
          </p:nvPr>
        </p:nvSpPr>
        <p:spPr>
          <a:xfrm>
            <a:off x="839788" y="2057400"/>
            <a:ext cx="3932237" cy="3811588"/>
          </a:xfrm>
          <a:prstGeom prst="rect">
            <a:avLst/>
          </a:prstGeo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r>
              <a:rPr kumimoji="1" lang="zh-CN" altLang="en-US"/>
              <a:t>编辑母版文本样式
第二级
第三级
第四级
第五级</a:t>
            </a:r>
          </a:p>
        </p:txBody>
      </p:sp>
      <p:sp>
        <p:nvSpPr>
          <p:cNvPr id="5" name="日期占位符 4"/>
          <p:cNvSpPr>
            <a:spLocks noGrp="1"/>
          </p:cNvSpPr>
          <p:nvPr>
            <p:ph type="dt" sz="half" idx="10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/>
          <a:lstStyle/>
          <a:p>
            <a:fld id="{B1516ECE-69C1-094E-BB49-19C487D30D51}" type="datetimeFigureOut">
              <a:rPr lang="zh-CN" altLang="en-US"/>
              <a:t>2024/3/18</a:t>
            </a:fld>
            <a:endParaRPr kumimoji="1" lang="zh-CN" altLang="en-US"/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11"/>
          </p:nvPr>
        </p:nvSpPr>
        <p:spPr>
          <a:xfrm>
            <a:off x="4038600" y="6356350"/>
            <a:ext cx="4114800" cy="365125"/>
          </a:xfrm>
        </p:spPr>
        <p:txBody>
          <a:bodyPr/>
          <a:lstStyle/>
          <a:p>
            <a:endParaRPr kumimoji="1" lang="zh-CN" altLang="en-US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12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/>
          <a:lstStyle/>
          <a:p>
            <a:fld id="{9F206544-6BFC-154F-80E8-539BA3E8C2BC}" type="slidenum">
              <a:rPr/>
              <a:t>‹#›</a:t>
            </a:fld>
            <a:endParaRPr kumimoji="1" lang="zh-CN" altLang="en-US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标题和竖排文字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/>
          <a:lstStyle/>
          <a:p>
            <a:r>
              <a:rPr kumimoji="1" lang="zh-CN" altLang="en-US"/>
              <a:t>单击此处编辑母版标题样式</a:t>
            </a:r>
          </a:p>
        </p:txBody>
      </p:sp>
      <p:sp>
        <p:nvSpPr>
          <p:cNvPr id="3" name="竖排文字占位符 2"/>
          <p:cNvSpPr>
            <a:spLocks noGrp="1"/>
          </p:cNvSpPr>
          <p:nvPr>
            <p:ph type="body" orient="vert" idx="1" hasCustomPrompt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eaVert"/>
          <a:lstStyle/>
          <a:p>
            <a:r>
              <a:rPr kumimoji="1" lang="zh-CN" altLang="en-US"/>
              <a:t>编辑母版文本样式
第二级
第三级
第四级
第五级</a:t>
            </a:r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/>
          <a:lstStyle/>
          <a:p>
            <a:fld id="{B1516ECE-69C1-094E-BB49-19C487D30D51}" type="datetimeFigureOut">
              <a:rPr lang="zh-CN" altLang="en-US"/>
              <a:t>2024/3/18</a:t>
            </a:fld>
            <a:endParaRPr kumimoji="1"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>
          <a:xfrm>
            <a:off x="4038600" y="6356350"/>
            <a:ext cx="4114800" cy="365125"/>
          </a:xfrm>
        </p:spPr>
        <p:txBody>
          <a:bodyPr/>
          <a:lstStyle/>
          <a:p>
            <a:endParaRPr kumimoji="1"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/>
          <a:lstStyle/>
          <a:p>
            <a:fld id="{9F206544-6BFC-154F-80E8-539BA3E8C2BC}" type="slidenum">
              <a:rPr/>
              <a:t>‹#›</a:t>
            </a:fld>
            <a:endParaRPr kumimoji="1" lang="zh-CN" altLang="en-US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竖排标题与文本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竖排标题 1"/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  <a:prstGeom prst="rect">
            <a:avLst/>
          </a:prstGeom>
        </p:spPr>
        <p:txBody>
          <a:bodyPr vert="eaVert"/>
          <a:lstStyle/>
          <a:p>
            <a:r>
              <a:rPr kumimoji="1" lang="zh-CN" altLang="en-US"/>
              <a:t>单击此处编辑母版标题样式</a:t>
            </a:r>
          </a:p>
        </p:txBody>
      </p:sp>
      <p:sp>
        <p:nvSpPr>
          <p:cNvPr id="3" name="竖排文字占位符 2"/>
          <p:cNvSpPr>
            <a:spLocks noGrp="1"/>
          </p:cNvSpPr>
          <p:nvPr>
            <p:ph type="body" orient="vert" idx="1" hasCustomPrompt="1"/>
          </p:nvPr>
        </p:nvSpPr>
        <p:spPr>
          <a:xfrm>
            <a:off x="838200" y="365125"/>
            <a:ext cx="7734300" cy="5811838"/>
          </a:xfrm>
          <a:prstGeom prst="rect">
            <a:avLst/>
          </a:prstGeom>
        </p:spPr>
        <p:txBody>
          <a:bodyPr vert="eaVert"/>
          <a:lstStyle/>
          <a:p>
            <a:r>
              <a:rPr kumimoji="1" lang="zh-CN" altLang="en-US"/>
              <a:t>编辑母版文本样式
第二级
第三级
第四级
第五级</a:t>
            </a:r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/>
          <a:lstStyle/>
          <a:p>
            <a:fld id="{B1516ECE-69C1-094E-BB49-19C487D30D51}" type="datetimeFigureOut">
              <a:rPr lang="zh-CN" altLang="en-US"/>
              <a:t>2024/3/18</a:t>
            </a:fld>
            <a:endParaRPr kumimoji="1"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>
          <a:xfrm>
            <a:off x="4038600" y="6356350"/>
            <a:ext cx="4114800" cy="365125"/>
          </a:xfrm>
        </p:spPr>
        <p:txBody>
          <a:bodyPr/>
          <a:lstStyle/>
          <a:p>
            <a:endParaRPr kumimoji="1"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/>
          <a:lstStyle/>
          <a:p>
            <a:fld id="{9F206544-6BFC-154F-80E8-539BA3E8C2BC}" type="slidenum">
              <a:rPr/>
              <a:t>‹#›</a:t>
            </a:fld>
            <a:endParaRPr kumimoji="1" lang="zh-CN" altLang="en-US"/>
          </a:p>
        </p:txBody>
      </p:sp>
    </p:spTree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type="tx">
  <p:cSld name="标题 - 顶部对齐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1" name="标题文本"/>
          <p:cNvSpPr txBox="1">
            <a:spLocks noGrp="1"/>
          </p:cNvSpPr>
          <p:nvPr>
            <p:ph type="title" hasCustomPrompt="1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/>
          <a:lstStyle/>
          <a:p>
            <a:r>
              <a:t>标题文本</a:t>
            </a:r>
          </a:p>
        </p:txBody>
      </p:sp>
      <p:sp>
        <p:nvSpPr>
          <p:cNvPr id="52" name="幻灯片编号"/>
          <p:cNvSpPr txBox="1">
            <a:spLocks noGrp="1"/>
          </p:cNvSpPr>
          <p:nvPr>
            <p:ph type="sldNum" sz="quarter" idx="2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/>
          <a:lstStyle/>
          <a:p>
            <a:fld id="{86CB4B4D-7CA3-9044-876B-883B54F8677D}" type="slidenum">
              <a:rPr/>
              <a:t>‹#›</a:t>
            </a:fld>
            <a:endParaRPr/>
          </a:p>
        </p:txBody>
      </p:sp>
    </p:spTree>
  </p:cSld>
  <p:clrMapOvr>
    <a:masterClrMapping/>
  </p:clrMapOvr>
  <p:transition spd="med"/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1_标题幻灯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" name="矩形 12"/>
          <p:cNvSpPr/>
          <p:nvPr userDrawn="1"/>
        </p:nvSpPr>
        <p:spPr>
          <a:xfrm>
            <a:off x="1" y="1828800"/>
            <a:ext cx="12191999" cy="5029200"/>
          </a:xfrm>
          <a:prstGeom prst="rect">
            <a:avLst/>
          </a:prstGeom>
          <a:gradFill flip="none" rotWithShape="1">
            <a:gsLst>
              <a:gs pos="0">
                <a:schemeClr val="bg1"/>
              </a:gs>
              <a:gs pos="100000">
                <a:schemeClr val="bg1">
                  <a:lumMod val="95000"/>
                </a:schemeClr>
              </a:gs>
            </a:gsLst>
            <a:lin ang="5400000" scaled="0"/>
            <a:tileRect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zh-CN" altLang="en-US">
              <a:solidFill>
                <a:schemeClr val="tx1"/>
              </a:solidFill>
            </a:endParaRPr>
          </a:p>
        </p:txBody>
      </p:sp>
      <p:grpSp>
        <p:nvGrpSpPr>
          <p:cNvPr id="15" name="组合 14"/>
          <p:cNvGrpSpPr/>
          <p:nvPr userDrawn="1"/>
        </p:nvGrpSpPr>
        <p:grpSpPr>
          <a:xfrm>
            <a:off x="302387" y="381286"/>
            <a:ext cx="636959" cy="403739"/>
            <a:chOff x="210924" y="302843"/>
            <a:chExt cx="832455" cy="527655"/>
          </a:xfrm>
        </p:grpSpPr>
        <p:sp>
          <p:nvSpPr>
            <p:cNvPr id="16" name="圆角矩形 1"/>
            <p:cNvSpPr/>
            <p:nvPr/>
          </p:nvSpPr>
          <p:spPr>
            <a:xfrm rot="2700000">
              <a:off x="210924" y="302843"/>
              <a:ext cx="527655" cy="527655"/>
            </a:xfrm>
            <a:prstGeom prst="roundRect">
              <a:avLst/>
            </a:prstGeom>
            <a:solidFill>
              <a:schemeClr val="bg1">
                <a:lumMod val="95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kumimoji="1" lang="zh-CN" altLang="en-US"/>
            </a:p>
          </p:txBody>
        </p:sp>
        <p:sp>
          <p:nvSpPr>
            <p:cNvPr id="17" name="圆角矩形 2"/>
            <p:cNvSpPr/>
            <p:nvPr/>
          </p:nvSpPr>
          <p:spPr>
            <a:xfrm rot="2700000">
              <a:off x="515724" y="302843"/>
              <a:ext cx="527655" cy="527655"/>
            </a:xfrm>
            <a:prstGeom prst="roundRect">
              <a:avLst/>
            </a:prstGeom>
            <a:noFill/>
            <a:ln w="3175">
              <a:solidFill>
                <a:schemeClr val="bg1">
                  <a:lumMod val="85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kumimoji="1" lang="zh-CN" altLang="en-US"/>
            </a:p>
          </p:txBody>
        </p:sp>
        <p:sp>
          <p:nvSpPr>
            <p:cNvPr id="18" name="圆角矩形 3"/>
            <p:cNvSpPr/>
            <p:nvPr/>
          </p:nvSpPr>
          <p:spPr>
            <a:xfrm rot="2700000">
              <a:off x="354738" y="302843"/>
              <a:ext cx="527655" cy="527655"/>
            </a:xfrm>
            <a:prstGeom prst="roundRect">
              <a:avLst/>
            </a:prstGeom>
            <a:solidFill>
              <a:srgbClr val="C00000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kumimoji="1" lang="zh-CN" altLang="en-US"/>
            </a:p>
          </p:txBody>
        </p:sp>
      </p:grpSp>
      <p:pic>
        <p:nvPicPr>
          <p:cNvPr id="19" name="图片 18"/>
          <p:cNvPicPr>
            <a:picLocks noChangeAspect="1"/>
          </p:cNvPicPr>
          <p:nvPr userDrawn="1"/>
        </p:nvPicPr>
        <p:blipFill rotWithShape="1">
          <a:blip r:embed="rId2" cstate="email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>
            <a:fillRect/>
          </a:stretch>
        </p:blipFill>
        <p:spPr>
          <a:xfrm>
            <a:off x="468037" y="491344"/>
            <a:ext cx="292518" cy="183621"/>
          </a:xfrm>
          <a:prstGeom prst="rect">
            <a:avLst/>
          </a:prstGeom>
        </p:spPr>
      </p:pic>
      <p:sp>
        <p:nvSpPr>
          <p:cNvPr id="20" name="标题文本"/>
          <p:cNvSpPr txBox="1">
            <a:spLocks noGrp="1"/>
          </p:cNvSpPr>
          <p:nvPr>
            <p:ph type="title" hasCustomPrompt="1"/>
          </p:nvPr>
        </p:nvSpPr>
        <p:spPr>
          <a:xfrm>
            <a:off x="1146144" y="353978"/>
            <a:ext cx="10515600" cy="458351"/>
          </a:xfrm>
          <a:prstGeom prst="rect">
            <a:avLst/>
          </a:prstGeom>
        </p:spPr>
        <p:txBody>
          <a:bodyPr/>
          <a:lstStyle>
            <a:lvl1pPr>
              <a:defRPr sz="2800"/>
            </a:lvl1pPr>
          </a:lstStyle>
          <a:p>
            <a:r>
              <a:rPr dirty="0" err="1"/>
              <a:t>标题文本</a:t>
            </a:r>
            <a:endParaRPr dirty="0"/>
          </a:p>
        </p:txBody>
      </p:sp>
      <p:sp>
        <p:nvSpPr>
          <p:cNvPr id="2" name="文本框 1">
            <a:extLst>
              <a:ext uri="{FF2B5EF4-FFF2-40B4-BE49-F238E27FC236}">
                <a16:creationId xmlns:a16="http://schemas.microsoft.com/office/drawing/2014/main" id="{CAE30448-6F77-2E5B-CDAA-DF28FBDB8653}"/>
              </a:ext>
            </a:extLst>
          </p:cNvPr>
          <p:cNvSpPr txBox="1"/>
          <p:nvPr userDrawn="1"/>
        </p:nvSpPr>
        <p:spPr>
          <a:xfrm>
            <a:off x="8489423" y="6537670"/>
            <a:ext cx="4328743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" altLang="zh-CN" sz="1200" b="0" i="0">
                <a:solidFill>
                  <a:schemeClr val="bg1">
                    <a:lumMod val="65000"/>
                  </a:schemeClr>
                </a:solidFill>
                <a:effectLst/>
                <a:latin typeface="SF Pro SC"/>
              </a:rPr>
              <a:t>Copyright © 2023 Weltown. All rights reserved. </a:t>
            </a:r>
            <a:endParaRPr kumimoji="1" lang="zh-CN" altLang="en-US" sz="1200">
              <a:solidFill>
                <a:schemeClr val="bg1">
                  <a:lumMod val="65000"/>
                </a:schemeClr>
              </a:solidFill>
            </a:endParaRPr>
          </a:p>
        </p:txBody>
      </p:sp>
    </p:spTree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2_标题幻灯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5" name="组合 14"/>
          <p:cNvGrpSpPr/>
          <p:nvPr userDrawn="1"/>
        </p:nvGrpSpPr>
        <p:grpSpPr>
          <a:xfrm>
            <a:off x="302387" y="381286"/>
            <a:ext cx="636959" cy="403739"/>
            <a:chOff x="210924" y="302843"/>
            <a:chExt cx="832455" cy="527655"/>
          </a:xfrm>
        </p:grpSpPr>
        <p:sp>
          <p:nvSpPr>
            <p:cNvPr id="16" name="圆角矩形 1"/>
            <p:cNvSpPr/>
            <p:nvPr/>
          </p:nvSpPr>
          <p:spPr>
            <a:xfrm rot="2700000">
              <a:off x="210924" y="302843"/>
              <a:ext cx="527655" cy="527655"/>
            </a:xfrm>
            <a:prstGeom prst="roundRect">
              <a:avLst/>
            </a:prstGeom>
            <a:solidFill>
              <a:schemeClr val="bg1">
                <a:lumMod val="95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kumimoji="1" lang="zh-CN" altLang="en-US"/>
            </a:p>
          </p:txBody>
        </p:sp>
        <p:sp>
          <p:nvSpPr>
            <p:cNvPr id="17" name="圆角矩形 2"/>
            <p:cNvSpPr/>
            <p:nvPr/>
          </p:nvSpPr>
          <p:spPr>
            <a:xfrm rot="2700000">
              <a:off x="515724" y="302843"/>
              <a:ext cx="527655" cy="527655"/>
            </a:xfrm>
            <a:prstGeom prst="roundRect">
              <a:avLst/>
            </a:prstGeom>
            <a:noFill/>
            <a:ln w="3175">
              <a:solidFill>
                <a:schemeClr val="bg1">
                  <a:lumMod val="85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kumimoji="1" lang="zh-CN" altLang="en-US"/>
            </a:p>
          </p:txBody>
        </p:sp>
        <p:sp>
          <p:nvSpPr>
            <p:cNvPr id="18" name="圆角矩形 3"/>
            <p:cNvSpPr/>
            <p:nvPr/>
          </p:nvSpPr>
          <p:spPr>
            <a:xfrm rot="2700000">
              <a:off x="354738" y="302843"/>
              <a:ext cx="527655" cy="527655"/>
            </a:xfrm>
            <a:prstGeom prst="roundRect">
              <a:avLst/>
            </a:prstGeom>
            <a:solidFill>
              <a:srgbClr val="C00000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kumimoji="1" lang="zh-CN" altLang="en-US"/>
            </a:p>
          </p:txBody>
        </p:sp>
      </p:grpSp>
      <p:pic>
        <p:nvPicPr>
          <p:cNvPr id="19" name="图片 18"/>
          <p:cNvPicPr>
            <a:picLocks noChangeAspect="1"/>
          </p:cNvPicPr>
          <p:nvPr userDrawn="1"/>
        </p:nvPicPr>
        <p:blipFill rotWithShape="1">
          <a:blip r:embed="rId2" cstate="email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>
            <a:fillRect/>
          </a:stretch>
        </p:blipFill>
        <p:spPr>
          <a:xfrm>
            <a:off x="468037" y="491344"/>
            <a:ext cx="292518" cy="183621"/>
          </a:xfrm>
          <a:prstGeom prst="rect">
            <a:avLst/>
          </a:prstGeom>
        </p:spPr>
      </p:pic>
      <p:sp>
        <p:nvSpPr>
          <p:cNvPr id="20" name="标题文本"/>
          <p:cNvSpPr txBox="1">
            <a:spLocks noGrp="1"/>
          </p:cNvSpPr>
          <p:nvPr>
            <p:ph type="title" hasCustomPrompt="1"/>
          </p:nvPr>
        </p:nvSpPr>
        <p:spPr>
          <a:xfrm>
            <a:off x="1146144" y="353978"/>
            <a:ext cx="10515600" cy="458351"/>
          </a:xfrm>
          <a:prstGeom prst="rect">
            <a:avLst/>
          </a:prstGeom>
        </p:spPr>
        <p:txBody>
          <a:bodyPr/>
          <a:lstStyle>
            <a:lvl1pPr>
              <a:defRPr sz="2800"/>
            </a:lvl1pPr>
          </a:lstStyle>
          <a:p>
            <a:r>
              <a:rPr dirty="0" err="1"/>
              <a:t>标题文本</a:t>
            </a:r>
            <a:endParaRPr dirty="0"/>
          </a:p>
        </p:txBody>
      </p:sp>
      <p:sp>
        <p:nvSpPr>
          <p:cNvPr id="2" name="文本框 1">
            <a:extLst>
              <a:ext uri="{FF2B5EF4-FFF2-40B4-BE49-F238E27FC236}">
                <a16:creationId xmlns:a16="http://schemas.microsoft.com/office/drawing/2014/main" id="{CAE30448-6F77-2E5B-CDAA-DF28FBDB8653}"/>
              </a:ext>
            </a:extLst>
          </p:cNvPr>
          <p:cNvSpPr txBox="1"/>
          <p:nvPr userDrawn="1"/>
        </p:nvSpPr>
        <p:spPr>
          <a:xfrm>
            <a:off x="8489423" y="6537670"/>
            <a:ext cx="4328743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" altLang="zh-CN" sz="1200" b="0" i="0">
                <a:solidFill>
                  <a:schemeClr val="bg1">
                    <a:lumMod val="65000"/>
                  </a:schemeClr>
                </a:solidFill>
                <a:effectLst/>
                <a:latin typeface="SF Pro SC"/>
              </a:rPr>
              <a:t>Copyright © 2023 Weltown. All rights reserved. </a:t>
            </a:r>
            <a:endParaRPr kumimoji="1" lang="zh-CN" altLang="en-US" sz="1200">
              <a:solidFill>
                <a:schemeClr val="bg1">
                  <a:lumMod val="65000"/>
                </a:schemeClr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54067962"/>
      </p:ext>
    </p:extLst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标题幻灯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副标题 2"/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zh-CN" altLang="en-US"/>
              <a:t>单击此处编辑母版副标题样式</a:t>
            </a:r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>
          <a:xfrm>
            <a:off x="838200" y="6356350"/>
            <a:ext cx="2743200" cy="365125"/>
          </a:xfrm>
        </p:spPr>
        <p:txBody>
          <a:bodyPr/>
          <a:lstStyle/>
          <a:p>
            <a:fld id="{82F288E0-7875-42C4-84C8-98DBBD3BF4D2}" type="datetimeFigureOut">
              <a:rPr lang="zh-CN" altLang="en-US" smtClean="0"/>
              <a:t>2024/3/18</a:t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>
          <a:xfrm>
            <a:off x="4038600" y="6356350"/>
            <a:ext cx="4114800" cy="365125"/>
          </a:xfrm>
        </p:spPr>
        <p:txBody>
          <a:bodyPr/>
          <a:lstStyle/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>
          <a:xfrm>
            <a:off x="8610600" y="6356350"/>
            <a:ext cx="2743200" cy="365125"/>
          </a:xfrm>
        </p:spPr>
        <p:txBody>
          <a:bodyPr/>
          <a:lstStyle/>
          <a:p>
            <a:fld id="{7D9BB5D0-35E4-459D-AEF3-FE4D7C45CC19}" type="slidenum">
              <a:rPr lang="zh-CN" altLang="en-US" smtClean="0"/>
              <a:t>‹#›</a:t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标题和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</p:spPr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>
          <a:xfrm>
            <a:off x="838200" y="1825625"/>
            <a:ext cx="10515600" cy="4351338"/>
          </a:xfrm>
        </p:spPr>
        <p:txBody>
          <a:bodyPr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>
          <a:xfrm>
            <a:off x="838200" y="6356350"/>
            <a:ext cx="2743200" cy="365125"/>
          </a:xfrm>
        </p:spPr>
        <p:txBody>
          <a:bodyPr/>
          <a:lstStyle/>
          <a:p>
            <a:fld id="{82F288E0-7875-42C4-84C8-98DBBD3BF4D2}" type="datetimeFigureOut">
              <a:rPr lang="zh-CN" altLang="en-US" smtClean="0"/>
              <a:t>2024/3/18</a:t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>
          <a:xfrm>
            <a:off x="4038600" y="6356350"/>
            <a:ext cx="4114800" cy="365125"/>
          </a:xfrm>
        </p:spPr>
        <p:txBody>
          <a:bodyPr/>
          <a:lstStyle/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>
          <a:xfrm>
            <a:off x="8610600" y="6356350"/>
            <a:ext cx="2743200" cy="365125"/>
          </a:xfrm>
        </p:spPr>
        <p:txBody>
          <a:bodyPr/>
          <a:lstStyle/>
          <a:p>
            <a:fld id="{7D9BB5D0-35E4-459D-AEF3-FE4D7C45CC19}" type="slidenum">
              <a:rPr lang="zh-CN" altLang="en-US" smtClean="0"/>
              <a:t>‹#›</a:t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17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节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>
          <a:xfrm>
            <a:off x="838200" y="6356350"/>
            <a:ext cx="2743200" cy="365125"/>
          </a:xfrm>
        </p:spPr>
        <p:txBody>
          <a:bodyPr/>
          <a:lstStyle/>
          <a:p>
            <a:fld id="{82F288E0-7875-42C4-84C8-98DBBD3BF4D2}" type="datetimeFigureOut">
              <a:rPr lang="zh-CN" altLang="en-US" smtClean="0"/>
              <a:t>2024/3/18</a:t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>
          <a:xfrm>
            <a:off x="4038600" y="6356350"/>
            <a:ext cx="4114800" cy="365125"/>
          </a:xfrm>
        </p:spPr>
        <p:txBody>
          <a:bodyPr/>
          <a:lstStyle/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>
          <a:xfrm>
            <a:off x="8610600" y="6356350"/>
            <a:ext cx="2743200" cy="365125"/>
          </a:xfrm>
        </p:spPr>
        <p:txBody>
          <a:bodyPr/>
          <a:lstStyle/>
          <a:p>
            <a:fld id="{7D9BB5D0-35E4-459D-AEF3-FE4D7C45CC19}" type="slidenum">
              <a:rPr lang="zh-CN" altLang="en-US" smtClean="0"/>
              <a:t>‹#›</a:t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18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两栏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</p:spPr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内容占位符 2"/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4" name="内容占位符 3"/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5" name="日期占位符 4"/>
          <p:cNvSpPr>
            <a:spLocks noGrp="1"/>
          </p:cNvSpPr>
          <p:nvPr>
            <p:ph type="dt" sz="half" idx="10"/>
          </p:nvPr>
        </p:nvSpPr>
        <p:spPr>
          <a:xfrm>
            <a:off x="838200" y="6356350"/>
            <a:ext cx="2743200" cy="365125"/>
          </a:xfrm>
        </p:spPr>
        <p:txBody>
          <a:bodyPr/>
          <a:lstStyle/>
          <a:p>
            <a:fld id="{82F288E0-7875-42C4-84C8-98DBBD3BF4D2}" type="datetimeFigureOut">
              <a:rPr lang="zh-CN" altLang="en-US" smtClean="0"/>
              <a:t>2024/3/18</a:t>
            </a:fld>
            <a:endParaRPr lang="zh-CN" altLang="en-US"/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11"/>
          </p:nvPr>
        </p:nvSpPr>
        <p:spPr>
          <a:xfrm>
            <a:off x="4038600" y="6356350"/>
            <a:ext cx="4114800" cy="365125"/>
          </a:xfrm>
        </p:spPr>
        <p:txBody>
          <a:bodyPr/>
          <a:lstStyle/>
          <a:p>
            <a:endParaRPr lang="zh-CN" altLang="en-US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12"/>
          </p:nvPr>
        </p:nvSpPr>
        <p:spPr>
          <a:xfrm>
            <a:off x="8610600" y="6356350"/>
            <a:ext cx="2743200" cy="365125"/>
          </a:xfrm>
        </p:spPr>
        <p:txBody>
          <a:bodyPr/>
          <a:lstStyle/>
          <a:p>
            <a:fld id="{7D9BB5D0-35E4-459D-AEF3-FE4D7C45CC19}" type="slidenum">
              <a:rPr lang="zh-CN" altLang="en-US" smtClean="0"/>
              <a:t>‹#›</a:t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19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比较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</p:nvPr>
        </p:nvSpPr>
        <p:spPr>
          <a:xfrm>
            <a:off x="1186774" y="1778438"/>
            <a:ext cx="4873574" cy="823912"/>
          </a:xfrm>
        </p:spPr>
        <p:txBody>
          <a:bodyPr anchor="ctr" anchorCtr="0"/>
          <a:lstStyle>
            <a:lvl1pPr marL="0" indent="0">
              <a:buNone/>
              <a:defRPr sz="2800"/>
            </a:lvl1pPr>
            <a:lvl2pPr marL="457200" indent="0">
              <a:buNone/>
              <a:defRPr sz="2400"/>
            </a:lvl2pPr>
            <a:lvl3pPr marL="914400" indent="0">
              <a:buNone/>
              <a:defRPr sz="2000"/>
            </a:lvl3pPr>
            <a:lvl4pPr marL="1371600" indent="0">
              <a:buNone/>
              <a:defRPr sz="1800"/>
            </a:lvl4pPr>
            <a:lvl5pPr marL="1828800" indent="0">
              <a:buNone/>
              <a:defRPr sz="1800"/>
            </a:lvl5pPr>
            <a:lvl6pPr marL="2286000" indent="0">
              <a:buNone/>
              <a:defRPr sz="1800"/>
            </a:lvl6pPr>
            <a:lvl7pPr marL="2743200" indent="0">
              <a:buNone/>
              <a:defRPr sz="1800"/>
            </a:lvl7pPr>
            <a:lvl8pPr marL="3200400" indent="0">
              <a:buNone/>
              <a:defRPr sz="1800"/>
            </a:lvl8pPr>
            <a:lvl9pPr marL="3657600" indent="0">
              <a:buNone/>
              <a:defRPr sz="1800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4" name="内容占位符 3"/>
          <p:cNvSpPr>
            <a:spLocks noGrp="1"/>
          </p:cNvSpPr>
          <p:nvPr>
            <p:ph sz="half" idx="2"/>
          </p:nvPr>
        </p:nvSpPr>
        <p:spPr>
          <a:xfrm>
            <a:off x="1186774" y="2665379"/>
            <a:ext cx="4873574" cy="3524284"/>
          </a:xfrm>
        </p:spPr>
        <p:txBody>
          <a:bodyPr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5" name="文本占位符 4"/>
          <p:cNvSpPr>
            <a:spLocks noGrp="1"/>
          </p:cNvSpPr>
          <p:nvPr>
            <p:ph type="body" sz="quarter" idx="3"/>
          </p:nvPr>
        </p:nvSpPr>
        <p:spPr>
          <a:xfrm>
            <a:off x="6256938" y="1778438"/>
            <a:ext cx="4897576" cy="823912"/>
          </a:xfrm>
        </p:spPr>
        <p:txBody>
          <a:bodyPr anchor="ctr" anchorCtr="0"/>
          <a:lstStyle>
            <a:lvl1pPr marL="0" indent="0">
              <a:buNone/>
              <a:defRPr sz="2800"/>
            </a:lvl1pPr>
            <a:lvl2pPr marL="457200" indent="0">
              <a:buNone/>
              <a:defRPr sz="2400"/>
            </a:lvl2pPr>
            <a:lvl3pPr marL="914400" indent="0">
              <a:buNone/>
              <a:defRPr sz="2000"/>
            </a:lvl3pPr>
            <a:lvl4pPr marL="1371600" indent="0">
              <a:buNone/>
              <a:defRPr sz="1800"/>
            </a:lvl4pPr>
            <a:lvl5pPr marL="1828800" indent="0">
              <a:buNone/>
              <a:defRPr sz="1800"/>
            </a:lvl5pPr>
            <a:lvl6pPr marL="2286000" indent="0">
              <a:buNone/>
              <a:defRPr sz="1800"/>
            </a:lvl6pPr>
            <a:lvl7pPr marL="2743200" indent="0">
              <a:buNone/>
              <a:defRPr sz="1800"/>
            </a:lvl7pPr>
            <a:lvl8pPr marL="3200400" indent="0">
              <a:buNone/>
              <a:defRPr sz="1800"/>
            </a:lvl8pPr>
            <a:lvl9pPr marL="3657600" indent="0">
              <a:buNone/>
              <a:defRPr sz="1800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6" name="内容占位符 5"/>
          <p:cNvSpPr>
            <a:spLocks noGrp="1"/>
          </p:cNvSpPr>
          <p:nvPr>
            <p:ph sz="quarter" idx="4"/>
          </p:nvPr>
        </p:nvSpPr>
        <p:spPr>
          <a:xfrm>
            <a:off x="6256938" y="2665379"/>
            <a:ext cx="4897576" cy="3524284"/>
          </a:xfrm>
        </p:spPr>
        <p:txBody>
          <a:bodyPr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7" name="日期占位符 6"/>
          <p:cNvSpPr>
            <a:spLocks noGrp="1"/>
          </p:cNvSpPr>
          <p:nvPr>
            <p:ph type="dt" sz="half" idx="10"/>
          </p:nvPr>
        </p:nvSpPr>
        <p:spPr>
          <a:xfrm>
            <a:off x="838200" y="6356350"/>
            <a:ext cx="2743200" cy="365125"/>
          </a:xfrm>
        </p:spPr>
        <p:txBody>
          <a:bodyPr/>
          <a:lstStyle/>
          <a:p>
            <a:fld id="{82F288E0-7875-42C4-84C8-98DBBD3BF4D2}" type="datetimeFigureOut">
              <a:rPr lang="zh-CN" altLang="en-US" smtClean="0"/>
              <a:t>2024/3/18</a:t>
            </a:fld>
            <a:endParaRPr lang="zh-CN" altLang="en-US"/>
          </a:p>
        </p:txBody>
      </p:sp>
      <p:sp>
        <p:nvSpPr>
          <p:cNvPr id="8" name="页脚占位符 7"/>
          <p:cNvSpPr>
            <a:spLocks noGrp="1"/>
          </p:cNvSpPr>
          <p:nvPr>
            <p:ph type="ftr" sz="quarter" idx="11"/>
          </p:nvPr>
        </p:nvSpPr>
        <p:spPr>
          <a:xfrm>
            <a:off x="4038600" y="6356350"/>
            <a:ext cx="4114800" cy="365125"/>
          </a:xfrm>
        </p:spPr>
        <p:txBody>
          <a:bodyPr/>
          <a:lstStyle/>
          <a:p>
            <a:endParaRPr lang="zh-CN" altLang="en-US"/>
          </a:p>
        </p:txBody>
      </p:sp>
      <p:sp>
        <p:nvSpPr>
          <p:cNvPr id="9" name="灯片编号占位符 8"/>
          <p:cNvSpPr>
            <a:spLocks noGrp="1"/>
          </p:cNvSpPr>
          <p:nvPr>
            <p:ph type="sldNum" sz="quarter" idx="12"/>
          </p:nvPr>
        </p:nvSpPr>
        <p:spPr>
          <a:xfrm>
            <a:off x="8610600" y="6356350"/>
            <a:ext cx="2743200" cy="365125"/>
          </a:xfrm>
        </p:spPr>
        <p:txBody>
          <a:bodyPr/>
          <a:lstStyle/>
          <a:p>
            <a:fld id="{7D9BB5D0-35E4-459D-AEF3-FE4D7C45CC19}" type="slidenum">
              <a:rPr lang="zh-CN" altLang="en-US" smtClean="0"/>
              <a:t>‹#›</a:t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20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仅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</p:spPr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日期占位符 2"/>
          <p:cNvSpPr>
            <a:spLocks noGrp="1"/>
          </p:cNvSpPr>
          <p:nvPr>
            <p:ph type="dt" sz="half" idx="10"/>
          </p:nvPr>
        </p:nvSpPr>
        <p:spPr>
          <a:xfrm>
            <a:off x="838200" y="6356350"/>
            <a:ext cx="2743200" cy="365125"/>
          </a:xfrm>
        </p:spPr>
        <p:txBody>
          <a:bodyPr/>
          <a:lstStyle/>
          <a:p>
            <a:fld id="{82F288E0-7875-42C4-84C8-98DBBD3BF4D2}" type="datetimeFigureOut">
              <a:rPr lang="zh-CN" altLang="en-US" smtClean="0"/>
              <a:t>2024/3/18</a:t>
            </a:fld>
            <a:endParaRPr lang="zh-CN" altLang="en-US"/>
          </a:p>
        </p:txBody>
      </p:sp>
      <p:sp>
        <p:nvSpPr>
          <p:cNvPr id="4" name="页脚占位符 3"/>
          <p:cNvSpPr>
            <a:spLocks noGrp="1"/>
          </p:cNvSpPr>
          <p:nvPr>
            <p:ph type="ftr" sz="quarter" idx="11"/>
          </p:nvPr>
        </p:nvSpPr>
        <p:spPr>
          <a:xfrm>
            <a:off x="4038600" y="6356350"/>
            <a:ext cx="4114800" cy="365125"/>
          </a:xfrm>
        </p:spPr>
        <p:txBody>
          <a:bodyPr/>
          <a:lstStyle/>
          <a:p>
            <a:endParaRPr lang="zh-CN" altLang="en-US"/>
          </a:p>
        </p:txBody>
      </p:sp>
      <p:sp>
        <p:nvSpPr>
          <p:cNvPr id="5" name="灯片编号占位符 4"/>
          <p:cNvSpPr>
            <a:spLocks noGrp="1"/>
          </p:cNvSpPr>
          <p:nvPr>
            <p:ph type="sldNum" sz="quarter" idx="12"/>
          </p:nvPr>
        </p:nvSpPr>
        <p:spPr>
          <a:xfrm>
            <a:off x="8610600" y="6356350"/>
            <a:ext cx="2743200" cy="365125"/>
          </a:xfrm>
        </p:spPr>
        <p:txBody>
          <a:bodyPr/>
          <a:lstStyle/>
          <a:p>
            <a:fld id="{7D9BB5D0-35E4-459D-AEF3-FE4D7C45CC19}" type="slidenum">
              <a:rPr lang="zh-CN" altLang="en-US" smtClean="0"/>
              <a:t>‹#›</a:t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21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空白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日期占位符 1"/>
          <p:cNvSpPr>
            <a:spLocks noGrp="1"/>
          </p:cNvSpPr>
          <p:nvPr>
            <p:ph type="dt" sz="half" idx="10"/>
          </p:nvPr>
        </p:nvSpPr>
        <p:spPr>
          <a:xfrm>
            <a:off x="838200" y="6356350"/>
            <a:ext cx="2743200" cy="365125"/>
          </a:xfrm>
        </p:spPr>
        <p:txBody>
          <a:bodyPr/>
          <a:lstStyle/>
          <a:p>
            <a:fld id="{82F288E0-7875-42C4-84C8-98DBBD3BF4D2}" type="datetimeFigureOut">
              <a:rPr lang="zh-CN" altLang="en-US" smtClean="0"/>
              <a:t>2024/3/18</a:t>
            </a:fld>
            <a:endParaRPr lang="zh-CN" altLang="en-US"/>
          </a:p>
        </p:txBody>
      </p:sp>
      <p:sp>
        <p:nvSpPr>
          <p:cNvPr id="3" name="页脚占位符 2"/>
          <p:cNvSpPr>
            <a:spLocks noGrp="1"/>
          </p:cNvSpPr>
          <p:nvPr>
            <p:ph type="ftr" sz="quarter" idx="11"/>
          </p:nvPr>
        </p:nvSpPr>
        <p:spPr>
          <a:xfrm>
            <a:off x="4038600" y="6356350"/>
            <a:ext cx="4114800" cy="365125"/>
          </a:xfrm>
        </p:spPr>
        <p:txBody>
          <a:bodyPr/>
          <a:lstStyle/>
          <a:p>
            <a:endParaRPr lang="zh-CN" altLang="en-US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2"/>
          </p:nvPr>
        </p:nvSpPr>
        <p:spPr>
          <a:xfrm>
            <a:off x="8610600" y="6356350"/>
            <a:ext cx="2743200" cy="365125"/>
          </a:xfrm>
        </p:spPr>
        <p:txBody>
          <a:bodyPr/>
          <a:lstStyle/>
          <a:p>
            <a:fld id="{7D9BB5D0-35E4-459D-AEF3-FE4D7C45CC19}" type="slidenum">
              <a:rPr lang="zh-CN" altLang="en-US" smtClean="0"/>
              <a:t>‹#›</a:t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22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图片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4165349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图片占位符 2"/>
          <p:cNvSpPr>
            <a:spLocks noGrp="1"/>
          </p:cNvSpPr>
          <p:nvPr>
            <p:ph type="pic" idx="1"/>
          </p:nvPr>
        </p:nvSpPr>
        <p:spPr>
          <a:xfrm>
            <a:off x="5183188" y="457201"/>
            <a:ext cx="6172200" cy="540385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zh-CN" altLang="en-US"/>
          </a:p>
        </p:txBody>
      </p:sp>
      <p:sp>
        <p:nvSpPr>
          <p:cNvPr id="4" name="文本占位符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4165349" cy="3811588"/>
          </a:xfrm>
        </p:spPr>
        <p:txBody>
          <a:bodyPr/>
          <a:lstStyle>
            <a:lvl1pPr marL="0" indent="0">
              <a:buNone/>
              <a:defRPr sz="2000"/>
            </a:lvl1pPr>
            <a:lvl2pPr marL="457200" indent="0">
              <a:buNone/>
              <a:defRPr sz="1800"/>
            </a:lvl2pPr>
            <a:lvl3pPr marL="914400" indent="0">
              <a:buNone/>
              <a:defRPr sz="1600"/>
            </a:lvl3pPr>
            <a:lvl4pPr marL="1371600" indent="0">
              <a:buNone/>
              <a:defRPr sz="1400"/>
            </a:lvl4pPr>
            <a:lvl5pPr marL="1828800" indent="0">
              <a:buNone/>
              <a:defRPr sz="1400"/>
            </a:lvl5pPr>
            <a:lvl6pPr marL="2286000" indent="0">
              <a:buNone/>
              <a:defRPr sz="1400"/>
            </a:lvl6pPr>
            <a:lvl7pPr marL="2743200" indent="0">
              <a:buNone/>
              <a:defRPr sz="1400"/>
            </a:lvl7pPr>
            <a:lvl8pPr marL="3200400" indent="0">
              <a:buNone/>
              <a:defRPr sz="1400"/>
            </a:lvl8pPr>
            <a:lvl9pPr marL="3657600" indent="0">
              <a:buNone/>
              <a:defRPr sz="1400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5" name="日期占位符 4"/>
          <p:cNvSpPr>
            <a:spLocks noGrp="1"/>
          </p:cNvSpPr>
          <p:nvPr>
            <p:ph type="dt" sz="half" idx="10"/>
          </p:nvPr>
        </p:nvSpPr>
        <p:spPr>
          <a:xfrm>
            <a:off x="838200" y="6356350"/>
            <a:ext cx="2743200" cy="365125"/>
          </a:xfrm>
        </p:spPr>
        <p:txBody>
          <a:bodyPr/>
          <a:lstStyle/>
          <a:p>
            <a:fld id="{82F288E0-7875-42C4-84C8-98DBBD3BF4D2}" type="datetimeFigureOut">
              <a:rPr lang="zh-CN" altLang="en-US" smtClean="0"/>
              <a:t>2024/3/18</a:t>
            </a:fld>
            <a:endParaRPr lang="zh-CN" altLang="en-US"/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11"/>
          </p:nvPr>
        </p:nvSpPr>
        <p:spPr>
          <a:xfrm>
            <a:off x="4038600" y="6356350"/>
            <a:ext cx="4114800" cy="365125"/>
          </a:xfrm>
        </p:spPr>
        <p:txBody>
          <a:bodyPr/>
          <a:lstStyle/>
          <a:p>
            <a:endParaRPr lang="zh-CN" altLang="en-US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12"/>
          </p:nvPr>
        </p:nvSpPr>
        <p:spPr>
          <a:xfrm>
            <a:off x="8610600" y="6356350"/>
            <a:ext cx="2743200" cy="365125"/>
          </a:xfrm>
        </p:spPr>
        <p:txBody>
          <a:bodyPr/>
          <a:lstStyle/>
          <a:p>
            <a:fld id="{7D9BB5D0-35E4-459D-AEF3-FE4D7C45CC19}" type="slidenum">
              <a:rPr lang="zh-CN" altLang="en-US" smtClean="0"/>
              <a:t>‹#›</a:t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23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竖版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竖排标题 1"/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竖排文字占位符 2"/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>
          <a:xfrm>
            <a:off x="838200" y="6356350"/>
            <a:ext cx="2743200" cy="365125"/>
          </a:xfrm>
        </p:spPr>
        <p:txBody>
          <a:bodyPr/>
          <a:lstStyle/>
          <a:p>
            <a:fld id="{82F288E0-7875-42C4-84C8-98DBBD3BF4D2}" type="datetimeFigureOut">
              <a:rPr lang="zh-CN" altLang="en-US" smtClean="0"/>
              <a:t>2024/3/18</a:t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>
          <a:xfrm>
            <a:off x="4038600" y="6356350"/>
            <a:ext cx="4114800" cy="365125"/>
          </a:xfrm>
        </p:spPr>
        <p:txBody>
          <a:bodyPr/>
          <a:lstStyle/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>
          <a:xfrm>
            <a:off x="8610600" y="6356350"/>
            <a:ext cx="2743200" cy="365125"/>
          </a:xfrm>
        </p:spPr>
        <p:txBody>
          <a:bodyPr/>
          <a:lstStyle/>
          <a:p>
            <a:fld id="{7D9BB5D0-35E4-459D-AEF3-FE4D7C45CC19}" type="slidenum">
              <a:rPr lang="zh-CN" altLang="en-US" smtClean="0"/>
              <a:t>‹#›</a:t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24.xml><?xml version="1.0" encoding="utf-8"?>
<p:sldLayout xmlns:a="http://schemas.openxmlformats.org/drawingml/2006/main" xmlns:r="http://schemas.openxmlformats.org/officeDocument/2006/relationships" xmlns:p="http://schemas.openxmlformats.org/presentationml/2006/main" type="objOnly" preserve="1">
  <p:cSld name="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内容占位符 1"/>
          <p:cNvSpPr>
            <a:spLocks noGrp="1"/>
          </p:cNvSpPr>
          <p:nvPr>
            <p:ph/>
          </p:nvPr>
        </p:nvSpPr>
        <p:spPr>
          <a:xfrm>
            <a:off x="838200" y="365125"/>
            <a:ext cx="10515600" cy="5811838"/>
          </a:xfrm>
        </p:spPr>
        <p:txBody>
          <a:bodyPr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3" name="日期占位符 2"/>
          <p:cNvSpPr>
            <a:spLocks noGrp="1"/>
          </p:cNvSpPr>
          <p:nvPr>
            <p:ph type="dt" sz="half" idx="10"/>
          </p:nvPr>
        </p:nvSpPr>
        <p:spPr>
          <a:xfrm>
            <a:off x="838200" y="6356350"/>
            <a:ext cx="2743200" cy="365125"/>
          </a:xfrm>
        </p:spPr>
        <p:txBody>
          <a:bodyPr/>
          <a:lstStyle/>
          <a:p>
            <a:fld id="{82F288E0-7875-42C4-84C8-98DBBD3BF4D2}" type="datetimeFigureOut">
              <a:rPr lang="zh-CN" altLang="en-US" smtClean="0"/>
              <a:t>2024/3/18</a:t>
            </a:fld>
            <a:endParaRPr lang="zh-CN" altLang="en-US"/>
          </a:p>
        </p:txBody>
      </p:sp>
      <p:sp>
        <p:nvSpPr>
          <p:cNvPr id="4" name="页脚占位符 3"/>
          <p:cNvSpPr>
            <a:spLocks noGrp="1"/>
          </p:cNvSpPr>
          <p:nvPr>
            <p:ph type="ftr" sz="quarter" idx="11"/>
          </p:nvPr>
        </p:nvSpPr>
        <p:spPr>
          <a:xfrm>
            <a:off x="4038600" y="6356350"/>
            <a:ext cx="4114800" cy="365125"/>
          </a:xfrm>
        </p:spPr>
        <p:txBody>
          <a:bodyPr/>
          <a:lstStyle/>
          <a:p>
            <a:endParaRPr lang="zh-CN" altLang="en-US"/>
          </a:p>
        </p:txBody>
      </p:sp>
      <p:sp>
        <p:nvSpPr>
          <p:cNvPr id="5" name="灯片编号占位符 4"/>
          <p:cNvSpPr>
            <a:spLocks noGrp="1"/>
          </p:cNvSpPr>
          <p:nvPr>
            <p:ph type="sldNum" sz="quarter" idx="12"/>
          </p:nvPr>
        </p:nvSpPr>
        <p:spPr>
          <a:xfrm>
            <a:off x="8610600" y="6356350"/>
            <a:ext cx="2743200" cy="365125"/>
          </a:xfrm>
        </p:spPr>
        <p:txBody>
          <a:bodyPr/>
          <a:lstStyle/>
          <a:p>
            <a:fld id="{7D9BB5D0-35E4-459D-AEF3-FE4D7C45CC19}" type="slidenum">
              <a:rPr lang="zh-CN" altLang="en-US" smtClean="0"/>
              <a:t>‹#›</a:t>
            </a:fld>
            <a:endParaRPr lang="zh-CN" altLang="en-US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slideLayout" Target="../slideLayouts/slideLayout13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5" Type="http://schemas.openxmlformats.org/officeDocument/2006/relationships/theme" Target="../theme/theme1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slideLayout" Target="../slideLayouts/slideLayout14.xml"/></Relationships>
</file>

<file path=ppt/slideMasters/_rels/slideMaster2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22.xml"/><Relationship Id="rId3" Type="http://schemas.openxmlformats.org/officeDocument/2006/relationships/slideLayout" Target="../slideLayouts/slideLayout17.xml"/><Relationship Id="rId7" Type="http://schemas.openxmlformats.org/officeDocument/2006/relationships/slideLayout" Target="../slideLayouts/slideLayout21.xml"/><Relationship Id="rId2" Type="http://schemas.openxmlformats.org/officeDocument/2006/relationships/slideLayout" Target="../slideLayouts/slideLayout16.xml"/><Relationship Id="rId1" Type="http://schemas.openxmlformats.org/officeDocument/2006/relationships/slideLayout" Target="../slideLayouts/slideLayout15.xml"/><Relationship Id="rId6" Type="http://schemas.openxmlformats.org/officeDocument/2006/relationships/slideLayout" Target="../slideLayouts/slideLayout20.xml"/><Relationship Id="rId11" Type="http://schemas.openxmlformats.org/officeDocument/2006/relationships/theme" Target="../theme/theme2.xml"/><Relationship Id="rId5" Type="http://schemas.openxmlformats.org/officeDocument/2006/relationships/slideLayout" Target="../slideLayouts/slideLayout19.xml"/><Relationship Id="rId10" Type="http://schemas.openxmlformats.org/officeDocument/2006/relationships/slideLayout" Target="../slideLayouts/slideLayout24.xml"/><Relationship Id="rId4" Type="http://schemas.openxmlformats.org/officeDocument/2006/relationships/slideLayout" Target="../slideLayouts/slideLayout18.xml"/><Relationship Id="rId9" Type="http://schemas.openxmlformats.org/officeDocument/2006/relationships/slideLayout" Target="../slideLayouts/slideLayout23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  <p:sldLayoutId id="2147483660" r:id="rId12"/>
    <p:sldLayoutId id="2147483661" r:id="rId13"/>
    <p:sldLayoutId id="2147483673" r:id="rId14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zh-CN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  <p:extLst>
    <p:ext uri="{27BBF7A9-308A-43DC-89C8-2F10F3537804}">
      <p15:sldGuideLst xmlns:p15="http://schemas.microsoft.com/office/powerpoint/2012/main">
        <p15:guide id="1" pos="416" userDrawn="1">
          <p15:clr>
            <a:srgbClr val="F26B43"/>
          </p15:clr>
        </p15:guide>
        <p15:guide id="2" pos="7256" userDrawn="1">
          <p15:clr>
            <a:srgbClr val="F26B43"/>
          </p15:clr>
        </p15:guide>
        <p15:guide id="3" orient="horz" pos="648" userDrawn="1">
          <p15:clr>
            <a:srgbClr val="F26B43"/>
          </p15:clr>
        </p15:guide>
        <p15:guide id="4" orient="horz" pos="712" userDrawn="1">
          <p15:clr>
            <a:srgbClr val="F26B43"/>
          </p15:clr>
        </p15:guide>
        <p15:guide id="5" orient="horz" pos="3928" userDrawn="1">
          <p15:clr>
            <a:srgbClr val="F26B43"/>
          </p15:clr>
        </p15:guide>
        <p15:guide id="6" orient="horz" pos="3864" userDrawn="1">
          <p15:clr>
            <a:srgbClr val="F26B43"/>
          </p15:clr>
        </p15:guide>
      </p15:sldGuideLst>
    </p:ext>
  </p:extLst>
</p:sldMaster>
</file>

<file path=ppt/slideMasters/slideMaster2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圆角矩形 1"/>
          <p:cNvSpPr/>
          <p:nvPr userDrawn="1"/>
        </p:nvSpPr>
        <p:spPr>
          <a:xfrm rot="2700000">
            <a:off x="2634280" y="-32720"/>
            <a:ext cx="6923441" cy="6923441"/>
          </a:xfrm>
          <a:prstGeom prst="roundRect">
            <a:avLst/>
          </a:prstGeom>
          <a:solidFill>
            <a:srgbClr val="C0000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zh-CN" altLang="en-US">
              <a:cs typeface="+mn-ea"/>
              <a:sym typeface="+mn-lt"/>
            </a:endParaRPr>
          </a:p>
        </p:txBody>
      </p:sp>
      <p:sp>
        <p:nvSpPr>
          <p:cNvPr id="5" name="圆角矩形 14"/>
          <p:cNvSpPr/>
          <p:nvPr userDrawn="1"/>
        </p:nvSpPr>
        <p:spPr>
          <a:xfrm rot="2700000">
            <a:off x="8266015" y="723000"/>
            <a:ext cx="796263" cy="796263"/>
          </a:xfrm>
          <a:prstGeom prst="roundRect">
            <a:avLst/>
          </a:prstGeom>
          <a:solidFill>
            <a:schemeClr val="bg1">
              <a:lumMod val="8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zh-CN" altLang="en-US">
              <a:cs typeface="+mn-ea"/>
              <a:sym typeface="+mn-lt"/>
            </a:endParaRPr>
          </a:p>
        </p:txBody>
      </p:sp>
      <p:sp>
        <p:nvSpPr>
          <p:cNvPr id="6" name="圆角矩形 1"/>
          <p:cNvSpPr/>
          <p:nvPr userDrawn="1"/>
        </p:nvSpPr>
        <p:spPr>
          <a:xfrm rot="2700000">
            <a:off x="711477" y="4566953"/>
            <a:ext cx="3435315" cy="3435315"/>
          </a:xfrm>
          <a:prstGeom prst="roundRect">
            <a:avLst/>
          </a:prstGeom>
          <a:noFill/>
          <a:ln w="127000">
            <a:solidFill>
              <a:schemeClr val="bg1">
                <a:lumMod val="7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zh-CN" altLang="en-US">
              <a:cs typeface="+mn-ea"/>
              <a:sym typeface="+mn-lt"/>
            </a:endParaRPr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63" r:id="rId1"/>
    <p:sldLayoutId id="2147483664" r:id="rId2"/>
    <p:sldLayoutId id="2147483665" r:id="rId3"/>
    <p:sldLayoutId id="2147483666" r:id="rId4"/>
    <p:sldLayoutId id="2147483667" r:id="rId5"/>
    <p:sldLayoutId id="2147483668" r:id="rId6"/>
    <p:sldLayoutId id="2147483669" r:id="rId7"/>
    <p:sldLayoutId id="2147483670" r:id="rId8"/>
    <p:sldLayoutId id="2147483671" r:id="rId9"/>
    <p:sldLayoutId id="2147483672" r:id="rId10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zh-CN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  <p:extLst>
    <p:ext uri="{27BBF7A9-308A-43DC-89C8-2F10F3537804}">
      <p15:sldGuideLst xmlns:p15="http://schemas.microsoft.com/office/powerpoint/2012/main">
        <p15:guide id="1" pos="416" userDrawn="1">
          <p15:clr>
            <a:srgbClr val="F26B43"/>
          </p15:clr>
        </p15:guide>
        <p15:guide id="2" pos="7256" userDrawn="1">
          <p15:clr>
            <a:srgbClr val="F26B43"/>
          </p15:clr>
        </p15:guide>
        <p15:guide id="3" orient="horz" pos="648" userDrawn="1">
          <p15:clr>
            <a:srgbClr val="F26B43"/>
          </p15:clr>
        </p15:guide>
        <p15:guide id="4" orient="horz" pos="712" userDrawn="1">
          <p15:clr>
            <a:srgbClr val="F26B43"/>
          </p15:clr>
        </p15:guide>
        <p15:guide id="5" orient="horz" pos="3928" userDrawn="1">
          <p15:clr>
            <a:srgbClr val="F26B43"/>
          </p15:clr>
        </p15:guide>
        <p15:guide id="6" orient="horz" pos="3864" userDrawn="1">
          <p15:clr>
            <a:srgbClr val="F26B43"/>
          </p15:clr>
        </p15:guide>
      </p15:sldGuideLst>
    </p:ext>
  </p:extLst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3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svg"/><Relationship Id="rId7" Type="http://schemas.openxmlformats.org/officeDocument/2006/relationships/image" Target="../media/image7.svg"/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13.xml"/><Relationship Id="rId6" Type="http://schemas.openxmlformats.org/officeDocument/2006/relationships/image" Target="../media/image6.png"/><Relationship Id="rId5" Type="http://schemas.openxmlformats.org/officeDocument/2006/relationships/image" Target="../media/image5.svg"/><Relationship Id="rId4" Type="http://schemas.openxmlformats.org/officeDocument/2006/relationships/image" Target="../media/image4.png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3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7" name="Rectangle 85">
            <a:extLst>
              <a:ext uri="{FF2B5EF4-FFF2-40B4-BE49-F238E27FC236}">
                <a16:creationId xmlns:a16="http://schemas.microsoft.com/office/drawing/2014/main" id="{8D5130C1-CF0B-4385-0989-A3E08B61B714}"/>
              </a:ext>
            </a:extLst>
          </p:cNvPr>
          <p:cNvSpPr/>
          <p:nvPr/>
        </p:nvSpPr>
        <p:spPr>
          <a:xfrm>
            <a:off x="2054156" y="1233762"/>
            <a:ext cx="4873503" cy="670166"/>
          </a:xfrm>
          <a:prstGeom prst="rect">
            <a:avLst/>
          </a:prstGeom>
          <a:solidFill>
            <a:srgbClr val="F2F2F2"/>
          </a:solidFill>
          <a:ln>
            <a:solidFill>
              <a:schemeClr val="bg2"/>
            </a:solidFill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t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400" b="1" i="0" u="none" strike="noStrike" kern="1200" cap="none" spc="0" normalizeH="0" baseline="0" noProof="0" dirty="0">
              <a:ln>
                <a:noFill/>
              </a:ln>
              <a:solidFill>
                <a:sysClr val="windowText" lastClr="000000"/>
              </a:solidFill>
              <a:effectLst/>
              <a:uLnTx/>
              <a:uFillTx/>
              <a:latin typeface="Graphik"/>
              <a:ea typeface="等线" panose="02010600030101010101" pitchFamily="2" charset="-122"/>
              <a:cs typeface="+mn-cs"/>
            </a:endParaRPr>
          </a:p>
        </p:txBody>
      </p:sp>
      <p:sp>
        <p:nvSpPr>
          <p:cNvPr id="3" name="Rectangle 62">
            <a:extLst>
              <a:ext uri="{FF2B5EF4-FFF2-40B4-BE49-F238E27FC236}">
                <a16:creationId xmlns:a16="http://schemas.microsoft.com/office/drawing/2014/main" id="{818CDFD8-356D-6213-BA9F-8AEB34F9CCEF}"/>
              </a:ext>
            </a:extLst>
          </p:cNvPr>
          <p:cNvSpPr/>
          <p:nvPr/>
        </p:nvSpPr>
        <p:spPr>
          <a:xfrm>
            <a:off x="2074556" y="5450419"/>
            <a:ext cx="2265832" cy="333599"/>
          </a:xfrm>
          <a:prstGeom prst="rect">
            <a:avLst/>
          </a:prstGeom>
          <a:solidFill>
            <a:srgbClr val="F2F2F2"/>
          </a:solidFill>
          <a:ln>
            <a:solidFill>
              <a:schemeClr val="bg2"/>
            </a:solidFill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400" b="1" i="0" u="none" strike="noStrike" kern="120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Graphik"/>
                <a:ea typeface="等线" panose="02010600030101010101" pitchFamily="2" charset="-122"/>
                <a:cs typeface="+mn-cs"/>
              </a:rPr>
              <a:t>ERP</a:t>
            </a:r>
          </a:p>
        </p:txBody>
      </p:sp>
      <p:sp>
        <p:nvSpPr>
          <p:cNvPr id="4" name="Rectangle 62">
            <a:extLst>
              <a:ext uri="{FF2B5EF4-FFF2-40B4-BE49-F238E27FC236}">
                <a16:creationId xmlns:a16="http://schemas.microsoft.com/office/drawing/2014/main" id="{AFCD9C6E-E19D-EFA5-5B2D-7806A7B5DB85}"/>
              </a:ext>
            </a:extLst>
          </p:cNvPr>
          <p:cNvSpPr/>
          <p:nvPr/>
        </p:nvSpPr>
        <p:spPr>
          <a:xfrm>
            <a:off x="418034" y="2925412"/>
            <a:ext cx="905028" cy="937625"/>
          </a:xfrm>
          <a:prstGeom prst="rect">
            <a:avLst/>
          </a:prstGeom>
          <a:solidFill>
            <a:srgbClr val="F2F2F2"/>
          </a:solidFill>
          <a:ln>
            <a:solidFill>
              <a:schemeClr val="bg2"/>
            </a:solidFill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050" b="1" i="0" u="none" strike="noStrike" kern="120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Graphik"/>
                <a:ea typeface="等线" panose="02010600030101010101" pitchFamily="2" charset="-122"/>
                <a:cs typeface="+mn-cs"/>
              </a:rPr>
              <a:t>POS</a:t>
            </a:r>
          </a:p>
          <a:p>
            <a:pPr algn="ctr">
              <a:defRPr/>
            </a:pPr>
            <a:r>
              <a:rPr kumimoji="0" lang="zh-CN" altLang="en-US" sz="1050" b="1" i="0" u="none" strike="noStrike" kern="120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Graphik"/>
                <a:ea typeface="等线" panose="02010600030101010101" pitchFamily="2" charset="-122"/>
                <a:cs typeface="+mn-cs"/>
              </a:rPr>
              <a:t>现金</a:t>
            </a:r>
            <a:endParaRPr lang="en-US" sz="1050" b="1" dirty="0">
              <a:solidFill>
                <a:schemeClr val="tx1"/>
              </a:solidFill>
              <a:latin typeface="Graphik"/>
              <a:ea typeface="等线" panose="02010600030101010101" pitchFamily="2" charset="-122"/>
            </a:endParaRPr>
          </a:p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zh-CN" altLang="en-US" sz="1050" b="1" i="0" u="none" strike="noStrike" kern="120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Graphik"/>
                <a:ea typeface="等线" panose="02010600030101010101" pitchFamily="2" charset="-122"/>
                <a:cs typeface="+mn-cs"/>
              </a:rPr>
              <a:t>支付宝</a:t>
            </a:r>
            <a:endParaRPr kumimoji="0" lang="en-US" altLang="zh-CN" sz="1050" b="1" i="0" u="none" strike="noStrike" kern="1200" cap="none" spc="0" normalizeH="0" baseline="0" noProof="0" dirty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Graphik"/>
              <a:ea typeface="等线" panose="02010600030101010101" pitchFamily="2" charset="-122"/>
              <a:cs typeface="+mn-cs"/>
            </a:endParaRPr>
          </a:p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zh-CN" altLang="en-US" sz="1050" b="1" i="0" u="none" strike="noStrike" kern="120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Graphik"/>
                <a:ea typeface="等线" panose="02010600030101010101" pitchFamily="2" charset="-122"/>
                <a:cs typeface="+mn-cs"/>
              </a:rPr>
              <a:t>微信</a:t>
            </a:r>
            <a:endParaRPr kumimoji="0" lang="en-US" altLang="zh-CN" sz="1050" b="1" i="0" u="none" strike="noStrike" kern="1200" cap="none" spc="0" normalizeH="0" baseline="0" noProof="0" dirty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Graphik"/>
              <a:ea typeface="等线" panose="02010600030101010101" pitchFamily="2" charset="-122"/>
              <a:cs typeface="+mn-cs"/>
            </a:endParaRPr>
          </a:p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zh-CN" altLang="en-US" sz="1050" b="1" i="0" u="none" strike="noStrike" kern="120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Graphik"/>
                <a:ea typeface="等线" panose="02010600030101010101" pitchFamily="2" charset="-122"/>
                <a:cs typeface="+mn-cs"/>
              </a:rPr>
              <a:t>银联</a:t>
            </a:r>
            <a:endParaRPr kumimoji="0" lang="en-US" altLang="zh-CN" sz="1050" b="1" i="0" u="none" strike="noStrike" kern="1200" cap="none" spc="0" normalizeH="0" baseline="0" noProof="0" dirty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Graphik"/>
              <a:ea typeface="等线" panose="02010600030101010101" pitchFamily="2" charset="-122"/>
              <a:cs typeface="+mn-cs"/>
            </a:endParaRPr>
          </a:p>
        </p:txBody>
      </p:sp>
      <p:sp>
        <p:nvSpPr>
          <p:cNvPr id="5" name="Rectangle 30">
            <a:extLst>
              <a:ext uri="{FF2B5EF4-FFF2-40B4-BE49-F238E27FC236}">
                <a16:creationId xmlns:a16="http://schemas.microsoft.com/office/drawing/2014/main" id="{5FE90F59-9178-DA54-FAAC-70B500DBCBD1}"/>
              </a:ext>
            </a:extLst>
          </p:cNvPr>
          <p:cNvSpPr/>
          <p:nvPr/>
        </p:nvSpPr>
        <p:spPr>
          <a:xfrm>
            <a:off x="2074554" y="4604882"/>
            <a:ext cx="1391215" cy="335513"/>
          </a:xfrm>
          <a:prstGeom prst="rect">
            <a:avLst/>
          </a:prstGeom>
          <a:solidFill>
            <a:srgbClr val="F2F2F2"/>
          </a:solidFill>
          <a:ln>
            <a:solidFill>
              <a:schemeClr val="bg2"/>
            </a:solidFill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400" b="1" dirty="0">
                <a:solidFill>
                  <a:schemeClr val="tx1"/>
                </a:solidFill>
                <a:latin typeface="Graphik"/>
                <a:ea typeface="等线" panose="02010600030101010101" pitchFamily="2" charset="-122"/>
              </a:rPr>
              <a:t>OMS</a:t>
            </a:r>
          </a:p>
        </p:txBody>
      </p:sp>
      <p:sp>
        <p:nvSpPr>
          <p:cNvPr id="6" name="Rectangle 37">
            <a:extLst>
              <a:ext uri="{FF2B5EF4-FFF2-40B4-BE49-F238E27FC236}">
                <a16:creationId xmlns:a16="http://schemas.microsoft.com/office/drawing/2014/main" id="{57715577-8C00-0B08-6AF1-795128439847}"/>
              </a:ext>
            </a:extLst>
          </p:cNvPr>
          <p:cNvSpPr>
            <a:spLocks/>
          </p:cNvSpPr>
          <p:nvPr/>
        </p:nvSpPr>
        <p:spPr>
          <a:xfrm>
            <a:off x="3846333" y="1321441"/>
            <a:ext cx="1280256" cy="504000"/>
          </a:xfrm>
          <a:prstGeom prst="rect">
            <a:avLst/>
          </a:prstGeom>
          <a:solidFill>
            <a:schemeClr val="bg1"/>
          </a:solidFill>
          <a:ln>
            <a:solidFill>
              <a:schemeClr val="bg2"/>
            </a:solidFill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zh-CN" altLang="en-US" sz="1000" b="1" dirty="0">
                <a:solidFill>
                  <a:srgbClr val="000000"/>
                </a:solidFill>
                <a:latin typeface="Graphik"/>
                <a:ea typeface="等线" panose="02010600030101010101" pitchFamily="2" charset="-122"/>
              </a:rPr>
              <a:t>三方</a:t>
            </a:r>
            <a:r>
              <a:rPr lang="zh-CN" altLang="en-US" sz="1000" b="1">
                <a:solidFill>
                  <a:srgbClr val="000000"/>
                </a:solidFill>
                <a:latin typeface="Graphik"/>
                <a:ea typeface="等线" panose="02010600030101010101" pitchFamily="2" charset="-122"/>
              </a:rPr>
              <a:t>电商</a:t>
            </a:r>
            <a:r>
              <a:rPr kumimoji="0" lang="en-US" altLang="zh-CN" sz="1000" b="1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Graphik"/>
                <a:ea typeface="等线" panose="02010600030101010101" pitchFamily="2" charset="-122"/>
                <a:cs typeface="+mn-cs"/>
              </a:rPr>
              <a:t>(</a:t>
            </a:r>
            <a:r>
              <a:rPr lang="zh-CN" altLang="en-US" sz="1000" b="1" dirty="0">
                <a:solidFill>
                  <a:srgbClr val="000000"/>
                </a:solidFill>
                <a:latin typeface="Graphik"/>
                <a:ea typeface="等线" panose="02010600030101010101" pitchFamily="2" charset="-122"/>
              </a:rPr>
              <a:t>抖音</a:t>
            </a:r>
            <a:r>
              <a:rPr kumimoji="0" lang="en-US" altLang="zh-CN" sz="1000" b="1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Graphik"/>
                <a:ea typeface="等线" panose="02010600030101010101" pitchFamily="2" charset="-122"/>
                <a:cs typeface="+mn-cs"/>
              </a:rPr>
              <a:t>)</a:t>
            </a:r>
          </a:p>
        </p:txBody>
      </p:sp>
      <p:sp>
        <p:nvSpPr>
          <p:cNvPr id="7" name="Rectangle 39">
            <a:extLst>
              <a:ext uri="{FF2B5EF4-FFF2-40B4-BE49-F238E27FC236}">
                <a16:creationId xmlns:a16="http://schemas.microsoft.com/office/drawing/2014/main" id="{2DCD963A-8182-94AA-BCF6-AC5C7EC0BD57}"/>
              </a:ext>
            </a:extLst>
          </p:cNvPr>
          <p:cNvSpPr>
            <a:spLocks/>
          </p:cNvSpPr>
          <p:nvPr/>
        </p:nvSpPr>
        <p:spPr>
          <a:xfrm>
            <a:off x="2252945" y="1307309"/>
            <a:ext cx="1280256" cy="504000"/>
          </a:xfrm>
          <a:prstGeom prst="rect">
            <a:avLst/>
          </a:prstGeom>
          <a:solidFill>
            <a:srgbClr val="FFFFFF"/>
          </a:solidFill>
          <a:ln>
            <a:solidFill>
              <a:schemeClr val="bg2"/>
            </a:solidFill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zh-CN" altLang="en-US" sz="1000" b="1" dirty="0">
                <a:solidFill>
                  <a:srgbClr val="000000"/>
                </a:solidFill>
                <a:latin typeface="Graphik"/>
                <a:ea typeface="等线" panose="02010600030101010101" pitchFamily="2" charset="-122"/>
              </a:rPr>
              <a:t>官方自营</a:t>
            </a:r>
            <a:r>
              <a:rPr kumimoji="0" lang="en-US" altLang="zh-CN" sz="1000" b="1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Graphik"/>
                <a:ea typeface="等线" panose="02010600030101010101" pitchFamily="2" charset="-122"/>
                <a:cs typeface="+mn-cs"/>
              </a:rPr>
              <a:t>(</a:t>
            </a:r>
            <a:r>
              <a:rPr kumimoji="0" lang="zh-CN" altLang="en-US" sz="1000" b="1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Graphik"/>
                <a:ea typeface="等线" panose="02010600030101010101" pitchFamily="2" charset="-122"/>
                <a:cs typeface="+mn-cs"/>
              </a:rPr>
              <a:t>商城</a:t>
            </a:r>
            <a:r>
              <a:rPr kumimoji="0" lang="en-US" altLang="zh-CN" sz="1000" b="1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Graphik"/>
                <a:ea typeface="等线" panose="02010600030101010101" pitchFamily="2" charset="-122"/>
                <a:cs typeface="+mn-cs"/>
              </a:rPr>
              <a:t>)</a:t>
            </a:r>
            <a:endParaRPr kumimoji="0" lang="en-US" altLang="zh-CN" sz="1000" b="1" i="0" u="none" strike="noStrike" kern="1200" cap="none" spc="0" normalizeH="0" baseline="0" noProof="0" dirty="0">
              <a:ln>
                <a:noFill/>
              </a:ln>
              <a:solidFill>
                <a:srgbClr val="960000"/>
              </a:solidFill>
              <a:effectLst/>
              <a:uLnTx/>
              <a:uFillTx/>
              <a:latin typeface="Graphik"/>
              <a:ea typeface="等线" panose="02010600030101010101" pitchFamily="2" charset="-122"/>
              <a:cs typeface="+mn-cs"/>
            </a:endParaRPr>
          </a:p>
        </p:txBody>
      </p:sp>
      <p:cxnSp>
        <p:nvCxnSpPr>
          <p:cNvPr id="8" name="Straight Connector 115">
            <a:extLst>
              <a:ext uri="{FF2B5EF4-FFF2-40B4-BE49-F238E27FC236}">
                <a16:creationId xmlns:a16="http://schemas.microsoft.com/office/drawing/2014/main" id="{7D9C120F-D2E5-CF37-00B8-70EAA7AF6D78}"/>
              </a:ext>
            </a:extLst>
          </p:cNvPr>
          <p:cNvCxnSpPr>
            <a:cxnSpLocks/>
          </p:cNvCxnSpPr>
          <p:nvPr/>
        </p:nvCxnSpPr>
        <p:spPr>
          <a:xfrm rot="10800000">
            <a:off x="2833569" y="5000686"/>
            <a:ext cx="0" cy="468000"/>
          </a:xfrm>
          <a:prstGeom prst="straightConnector1">
            <a:avLst/>
          </a:prstGeom>
          <a:ln w="12700">
            <a:solidFill>
              <a:schemeClr val="tx1"/>
            </a:solidFill>
            <a:headEnd type="triangle" w="med" len="med"/>
            <a:tailEnd type="non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9" name="Straight Connector 80">
            <a:extLst>
              <a:ext uri="{FF2B5EF4-FFF2-40B4-BE49-F238E27FC236}">
                <a16:creationId xmlns:a16="http://schemas.microsoft.com/office/drawing/2014/main" id="{C59DCF83-32F9-6AE0-8FE9-56692DC4F592}"/>
              </a:ext>
            </a:extLst>
          </p:cNvPr>
          <p:cNvCxnSpPr>
            <a:cxnSpLocks/>
            <a:endCxn id="13" idx="2"/>
          </p:cNvCxnSpPr>
          <p:nvPr/>
        </p:nvCxnSpPr>
        <p:spPr>
          <a:xfrm flipV="1">
            <a:off x="6085152" y="1819507"/>
            <a:ext cx="390" cy="444619"/>
          </a:xfrm>
          <a:prstGeom prst="line">
            <a:avLst/>
          </a:prstGeom>
          <a:ln w="12700">
            <a:solidFill>
              <a:schemeClr val="tx1"/>
            </a:solidFill>
            <a:headEnd type="triangle" w="med" len="med"/>
            <a:tailEnd type="non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0" name="Straight Connector 89">
            <a:extLst>
              <a:ext uri="{FF2B5EF4-FFF2-40B4-BE49-F238E27FC236}">
                <a16:creationId xmlns:a16="http://schemas.microsoft.com/office/drawing/2014/main" id="{30AA1F54-CD91-F8AF-743D-4BA22BED79ED}"/>
              </a:ext>
            </a:extLst>
          </p:cNvPr>
          <p:cNvCxnSpPr>
            <a:cxnSpLocks/>
            <a:stCxn id="29" idx="0"/>
            <a:endCxn id="6" idx="2"/>
          </p:cNvCxnSpPr>
          <p:nvPr/>
        </p:nvCxnSpPr>
        <p:spPr>
          <a:xfrm flipH="1" flipV="1">
            <a:off x="4486461" y="1825441"/>
            <a:ext cx="8190" cy="474325"/>
          </a:xfrm>
          <a:prstGeom prst="line">
            <a:avLst/>
          </a:prstGeom>
          <a:ln w="12700">
            <a:solidFill>
              <a:schemeClr val="tx1"/>
            </a:solidFill>
            <a:headEnd type="triangle" w="med" len="med"/>
            <a:tailEnd type="non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1" name="Straight Connector 91">
            <a:extLst>
              <a:ext uri="{FF2B5EF4-FFF2-40B4-BE49-F238E27FC236}">
                <a16:creationId xmlns:a16="http://schemas.microsoft.com/office/drawing/2014/main" id="{B9112B0F-DC90-A6E9-CE99-A97188F406F0}"/>
              </a:ext>
            </a:extLst>
          </p:cNvPr>
          <p:cNvCxnSpPr>
            <a:cxnSpLocks/>
            <a:endCxn id="7" idx="2"/>
          </p:cNvCxnSpPr>
          <p:nvPr/>
        </p:nvCxnSpPr>
        <p:spPr>
          <a:xfrm flipH="1" flipV="1">
            <a:off x="2893073" y="1811309"/>
            <a:ext cx="2497" cy="449485"/>
          </a:xfrm>
          <a:prstGeom prst="line">
            <a:avLst/>
          </a:prstGeom>
          <a:ln w="12700">
            <a:solidFill>
              <a:schemeClr val="tx1"/>
            </a:solidFill>
            <a:headEnd type="triangle" w="med" len="med"/>
            <a:tailEnd type="non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2" name="TextBox 159">
            <a:extLst>
              <a:ext uri="{FF2B5EF4-FFF2-40B4-BE49-F238E27FC236}">
                <a16:creationId xmlns:a16="http://schemas.microsoft.com/office/drawing/2014/main" id="{14282892-BF97-EE97-CAA0-24CFF68F1953}"/>
              </a:ext>
            </a:extLst>
          </p:cNvPr>
          <p:cNvSpPr txBox="1"/>
          <p:nvPr/>
        </p:nvSpPr>
        <p:spPr>
          <a:xfrm>
            <a:off x="2621533" y="5090060"/>
            <a:ext cx="382298" cy="283097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36000" tIns="36000" rIns="36000" bIns="36000" rtlCol="0" anchor="ctr"/>
          <a:lstStyle>
            <a:defPPr>
              <a:defRPr lang="en-US"/>
            </a:defPPr>
            <a:lvl1pPr algn="ctr">
              <a:lnSpc>
                <a:spcPct val="90000"/>
              </a:lnSpc>
              <a:defRPr sz="1000">
                <a:solidFill>
                  <a:schemeClr val="accent1"/>
                </a:solidFill>
              </a:defRPr>
            </a:lvl1pPr>
            <a:lvl2pPr>
              <a:defRPr>
                <a:solidFill>
                  <a:schemeClr val="lt1"/>
                </a:solidFill>
              </a:defRPr>
            </a:lvl2pPr>
            <a:lvl3pPr>
              <a:defRPr>
                <a:solidFill>
                  <a:schemeClr val="lt1"/>
                </a:solidFill>
              </a:defRPr>
            </a:lvl3pPr>
            <a:lvl4pPr>
              <a:defRPr>
                <a:solidFill>
                  <a:schemeClr val="lt1"/>
                </a:solidFill>
              </a:defRPr>
            </a:lvl4pPr>
            <a:lvl5pPr>
              <a:defRPr>
                <a:solidFill>
                  <a:schemeClr val="lt1"/>
                </a:solidFill>
              </a:defRPr>
            </a:lvl5pPr>
            <a:lvl6pPr>
              <a:defRPr>
                <a:solidFill>
                  <a:schemeClr val="lt1"/>
                </a:solidFill>
              </a:defRPr>
            </a:lvl6pPr>
            <a:lvl7pPr>
              <a:defRPr>
                <a:solidFill>
                  <a:schemeClr val="lt1"/>
                </a:solidFill>
              </a:defRPr>
            </a:lvl7pPr>
            <a:lvl8pPr>
              <a:defRPr>
                <a:solidFill>
                  <a:schemeClr val="lt1"/>
                </a:solidFill>
              </a:defRPr>
            </a:lvl8pPr>
            <a:lvl9pPr>
              <a:defRPr>
                <a:solidFill>
                  <a:schemeClr val="lt1"/>
                </a:solidFill>
              </a:defRPr>
            </a:lvl9pPr>
          </a:lstStyle>
          <a:p>
            <a:pPr marL="0" marR="0" lvl="0" indent="0" algn="ctr" defTabSz="914400" rtl="0" eaLnBrk="1" fontAlgn="auto" latinLnBrk="0" hangingPunct="1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en-US" sz="700" dirty="0" err="1">
                <a:solidFill>
                  <a:srgbClr val="000000"/>
                </a:solidFill>
                <a:latin typeface="Graphik"/>
              </a:rPr>
              <a:t>订单</a:t>
            </a:r>
            <a:r>
              <a:rPr lang="en-US" altLang="zh-CN" sz="700" dirty="0">
                <a:solidFill>
                  <a:srgbClr val="000000"/>
                </a:solidFill>
                <a:latin typeface="Graphik"/>
              </a:rPr>
              <a:t>&amp;</a:t>
            </a:r>
            <a:endParaRPr lang="en-US" sz="700" dirty="0">
              <a:solidFill>
                <a:srgbClr val="000000"/>
              </a:solidFill>
              <a:latin typeface="Graphik"/>
            </a:endParaRPr>
          </a:p>
          <a:p>
            <a:pPr marL="0" marR="0" lvl="0" indent="0" algn="ctr" defTabSz="914400" rtl="0" eaLnBrk="1" fontAlgn="auto" latinLnBrk="0" hangingPunct="1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700" b="0" i="0" u="none" strike="noStrike" kern="1200" cap="none" spc="0" normalizeH="0" baseline="0" noProof="0" dirty="0" err="1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Graphik"/>
                <a:ea typeface="+mn-ea"/>
                <a:cs typeface="+mn-cs"/>
              </a:rPr>
              <a:t>交易</a:t>
            </a:r>
            <a:endParaRPr kumimoji="0" lang="en-US" sz="700" b="0" i="0" u="none" strike="noStrike" kern="120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Graphik"/>
              <a:ea typeface="+mn-ea"/>
              <a:cs typeface="+mn-cs"/>
            </a:endParaRPr>
          </a:p>
        </p:txBody>
      </p:sp>
      <p:sp>
        <p:nvSpPr>
          <p:cNvPr id="13" name="Rectangle 75">
            <a:extLst>
              <a:ext uri="{FF2B5EF4-FFF2-40B4-BE49-F238E27FC236}">
                <a16:creationId xmlns:a16="http://schemas.microsoft.com/office/drawing/2014/main" id="{774160A9-0A74-ECCF-8A17-81EFF1544044}"/>
              </a:ext>
            </a:extLst>
          </p:cNvPr>
          <p:cNvSpPr>
            <a:spLocks/>
          </p:cNvSpPr>
          <p:nvPr/>
        </p:nvSpPr>
        <p:spPr>
          <a:xfrm>
            <a:off x="5445414" y="1315507"/>
            <a:ext cx="1280256" cy="504000"/>
          </a:xfrm>
          <a:prstGeom prst="rect">
            <a:avLst/>
          </a:prstGeom>
          <a:solidFill>
            <a:srgbClr val="FFFFFF"/>
          </a:solidFill>
          <a:ln>
            <a:solidFill>
              <a:schemeClr val="bg2"/>
            </a:solidFill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/>
            </a:pPr>
            <a:r>
              <a:rPr lang="zh-CN" altLang="en-US" sz="1000" b="1" dirty="0">
                <a:solidFill>
                  <a:srgbClr val="000000"/>
                </a:solidFill>
                <a:latin typeface="Graphik"/>
                <a:ea typeface="等线" panose="02010600030101010101" pitchFamily="2" charset="-122"/>
              </a:rPr>
              <a:t>即时零售</a:t>
            </a:r>
            <a:r>
              <a:rPr kumimoji="0" lang="en-US" altLang="zh-CN" sz="1000" b="1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Graphik"/>
                <a:ea typeface="等线" panose="02010600030101010101" pitchFamily="2" charset="-122"/>
                <a:cs typeface="+mn-cs"/>
              </a:rPr>
              <a:t>(</a:t>
            </a:r>
            <a:r>
              <a:rPr kumimoji="0" lang="zh-CN" altLang="en-US" sz="1000" b="1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Graphik"/>
                <a:ea typeface="等线" panose="02010600030101010101" pitchFamily="2" charset="-122"/>
                <a:cs typeface="+mn-cs"/>
              </a:rPr>
              <a:t>京东到家</a:t>
            </a:r>
            <a:r>
              <a:rPr kumimoji="0" lang="en-US" altLang="zh-CN" sz="1000" b="1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Graphik"/>
                <a:ea typeface="等线" panose="02010600030101010101" pitchFamily="2" charset="-122"/>
                <a:cs typeface="+mn-cs"/>
              </a:rPr>
              <a:t>)</a:t>
            </a:r>
          </a:p>
        </p:txBody>
      </p:sp>
      <p:sp>
        <p:nvSpPr>
          <p:cNvPr id="14" name="TextBox 159">
            <a:extLst>
              <a:ext uri="{FF2B5EF4-FFF2-40B4-BE49-F238E27FC236}">
                <a16:creationId xmlns:a16="http://schemas.microsoft.com/office/drawing/2014/main" id="{26CF2895-0830-E158-9112-795A05E72BD2}"/>
              </a:ext>
            </a:extLst>
          </p:cNvPr>
          <p:cNvSpPr txBox="1"/>
          <p:nvPr/>
        </p:nvSpPr>
        <p:spPr>
          <a:xfrm>
            <a:off x="5809929" y="1966810"/>
            <a:ext cx="497150" cy="184217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36000" tIns="36000" rIns="36000" bIns="36000" rtlCol="0" anchor="ctr"/>
          <a:lstStyle>
            <a:defPPr>
              <a:defRPr lang="en-US"/>
            </a:defPPr>
            <a:lvl1pPr algn="ctr">
              <a:lnSpc>
                <a:spcPct val="90000"/>
              </a:lnSpc>
              <a:defRPr sz="1000">
                <a:solidFill>
                  <a:schemeClr val="accent1"/>
                </a:solidFill>
              </a:defRPr>
            </a:lvl1pPr>
            <a:lvl2pPr>
              <a:defRPr>
                <a:solidFill>
                  <a:schemeClr val="lt1"/>
                </a:solidFill>
              </a:defRPr>
            </a:lvl2pPr>
            <a:lvl3pPr>
              <a:defRPr>
                <a:solidFill>
                  <a:schemeClr val="lt1"/>
                </a:solidFill>
              </a:defRPr>
            </a:lvl3pPr>
            <a:lvl4pPr>
              <a:defRPr>
                <a:solidFill>
                  <a:schemeClr val="lt1"/>
                </a:solidFill>
              </a:defRPr>
            </a:lvl4pPr>
            <a:lvl5pPr>
              <a:defRPr>
                <a:solidFill>
                  <a:schemeClr val="lt1"/>
                </a:solidFill>
              </a:defRPr>
            </a:lvl5pPr>
            <a:lvl6pPr>
              <a:defRPr>
                <a:solidFill>
                  <a:schemeClr val="lt1"/>
                </a:solidFill>
              </a:defRPr>
            </a:lvl6pPr>
            <a:lvl7pPr>
              <a:defRPr>
                <a:solidFill>
                  <a:schemeClr val="lt1"/>
                </a:solidFill>
              </a:defRPr>
            </a:lvl7pPr>
            <a:lvl8pPr>
              <a:defRPr>
                <a:solidFill>
                  <a:schemeClr val="lt1"/>
                </a:solidFill>
              </a:defRPr>
            </a:lvl8pPr>
            <a:lvl9pPr>
              <a:defRPr>
                <a:solidFill>
                  <a:schemeClr val="lt1"/>
                </a:solidFill>
              </a:defRPr>
            </a:lvl9pPr>
          </a:lstStyle>
          <a:p>
            <a:pPr marL="0" marR="0" lvl="0" indent="0" algn="ctr" defTabSz="914400" rtl="0" eaLnBrk="1" fontAlgn="auto" latinLnBrk="0" hangingPunct="1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zh-CN" altLang="en-US" sz="7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Graphik"/>
                <a:ea typeface="+mn-ea"/>
                <a:cs typeface="+mn-cs"/>
              </a:rPr>
              <a:t>订单下载</a:t>
            </a:r>
            <a:endParaRPr kumimoji="0" lang="en-US" sz="700" b="0" i="0" u="none" strike="noStrike" kern="120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Graphik"/>
              <a:ea typeface="+mn-ea"/>
              <a:cs typeface="+mn-cs"/>
            </a:endParaRPr>
          </a:p>
        </p:txBody>
      </p:sp>
      <p:sp>
        <p:nvSpPr>
          <p:cNvPr id="15" name="TextBox 159">
            <a:extLst>
              <a:ext uri="{FF2B5EF4-FFF2-40B4-BE49-F238E27FC236}">
                <a16:creationId xmlns:a16="http://schemas.microsoft.com/office/drawing/2014/main" id="{B4FFF8E0-1963-D5B3-3F72-470D4CD3AA08}"/>
              </a:ext>
            </a:extLst>
          </p:cNvPr>
          <p:cNvSpPr txBox="1"/>
          <p:nvPr/>
        </p:nvSpPr>
        <p:spPr>
          <a:xfrm>
            <a:off x="4165139" y="1961829"/>
            <a:ext cx="551049" cy="186825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36000" tIns="36000" rIns="36000" bIns="36000" rtlCol="0" anchor="ctr"/>
          <a:lstStyle>
            <a:defPPr>
              <a:defRPr lang="en-US"/>
            </a:defPPr>
            <a:lvl1pPr algn="ctr">
              <a:lnSpc>
                <a:spcPct val="90000"/>
              </a:lnSpc>
              <a:defRPr sz="1000">
                <a:solidFill>
                  <a:schemeClr val="accent1"/>
                </a:solidFill>
              </a:defRPr>
            </a:lvl1pPr>
            <a:lvl2pPr>
              <a:defRPr>
                <a:solidFill>
                  <a:schemeClr val="lt1"/>
                </a:solidFill>
              </a:defRPr>
            </a:lvl2pPr>
            <a:lvl3pPr>
              <a:defRPr>
                <a:solidFill>
                  <a:schemeClr val="lt1"/>
                </a:solidFill>
              </a:defRPr>
            </a:lvl3pPr>
            <a:lvl4pPr>
              <a:defRPr>
                <a:solidFill>
                  <a:schemeClr val="lt1"/>
                </a:solidFill>
              </a:defRPr>
            </a:lvl4pPr>
            <a:lvl5pPr>
              <a:defRPr>
                <a:solidFill>
                  <a:schemeClr val="lt1"/>
                </a:solidFill>
              </a:defRPr>
            </a:lvl5pPr>
            <a:lvl6pPr>
              <a:defRPr>
                <a:solidFill>
                  <a:schemeClr val="lt1"/>
                </a:solidFill>
              </a:defRPr>
            </a:lvl6pPr>
            <a:lvl7pPr>
              <a:defRPr>
                <a:solidFill>
                  <a:schemeClr val="lt1"/>
                </a:solidFill>
              </a:defRPr>
            </a:lvl7pPr>
            <a:lvl8pPr>
              <a:defRPr>
                <a:solidFill>
                  <a:schemeClr val="lt1"/>
                </a:solidFill>
              </a:defRPr>
            </a:lvl8pPr>
            <a:lvl9pPr>
              <a:defRPr>
                <a:solidFill>
                  <a:schemeClr val="lt1"/>
                </a:solidFill>
              </a:defRPr>
            </a:lvl9pPr>
          </a:lstStyle>
          <a:p>
            <a:pPr marL="0" marR="0" lvl="0" indent="0" algn="ctr" defTabSz="914400" rtl="0" eaLnBrk="1" fontAlgn="auto" latinLnBrk="0" hangingPunct="1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zh-CN" altLang="en-US" sz="7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Graphik"/>
                <a:ea typeface="+mn-ea"/>
                <a:cs typeface="+mn-cs"/>
              </a:rPr>
              <a:t>订单下载</a:t>
            </a:r>
            <a:endParaRPr kumimoji="0" lang="en-US" sz="700" b="0" i="0" u="none" strike="noStrike" kern="120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Graphik"/>
              <a:ea typeface="+mn-ea"/>
              <a:cs typeface="+mn-cs"/>
            </a:endParaRPr>
          </a:p>
        </p:txBody>
      </p:sp>
      <p:sp>
        <p:nvSpPr>
          <p:cNvPr id="16" name="TextBox 159">
            <a:extLst>
              <a:ext uri="{FF2B5EF4-FFF2-40B4-BE49-F238E27FC236}">
                <a16:creationId xmlns:a16="http://schemas.microsoft.com/office/drawing/2014/main" id="{B447372B-339B-87C3-06F7-0165FF9F2CA6}"/>
              </a:ext>
            </a:extLst>
          </p:cNvPr>
          <p:cNvSpPr txBox="1"/>
          <p:nvPr/>
        </p:nvSpPr>
        <p:spPr>
          <a:xfrm>
            <a:off x="2621533" y="1966204"/>
            <a:ext cx="551049" cy="186825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36000" tIns="36000" rIns="36000" bIns="36000" rtlCol="0" anchor="ctr"/>
          <a:lstStyle>
            <a:defPPr>
              <a:defRPr lang="en-US"/>
            </a:defPPr>
            <a:lvl1pPr algn="ctr">
              <a:lnSpc>
                <a:spcPct val="90000"/>
              </a:lnSpc>
              <a:defRPr sz="1000">
                <a:solidFill>
                  <a:schemeClr val="accent1"/>
                </a:solidFill>
              </a:defRPr>
            </a:lvl1pPr>
            <a:lvl2pPr>
              <a:defRPr>
                <a:solidFill>
                  <a:schemeClr val="lt1"/>
                </a:solidFill>
              </a:defRPr>
            </a:lvl2pPr>
            <a:lvl3pPr>
              <a:defRPr>
                <a:solidFill>
                  <a:schemeClr val="lt1"/>
                </a:solidFill>
              </a:defRPr>
            </a:lvl3pPr>
            <a:lvl4pPr>
              <a:defRPr>
                <a:solidFill>
                  <a:schemeClr val="lt1"/>
                </a:solidFill>
              </a:defRPr>
            </a:lvl4pPr>
            <a:lvl5pPr>
              <a:defRPr>
                <a:solidFill>
                  <a:schemeClr val="lt1"/>
                </a:solidFill>
              </a:defRPr>
            </a:lvl5pPr>
            <a:lvl6pPr>
              <a:defRPr>
                <a:solidFill>
                  <a:schemeClr val="lt1"/>
                </a:solidFill>
              </a:defRPr>
            </a:lvl6pPr>
            <a:lvl7pPr>
              <a:defRPr>
                <a:solidFill>
                  <a:schemeClr val="lt1"/>
                </a:solidFill>
              </a:defRPr>
            </a:lvl7pPr>
            <a:lvl8pPr>
              <a:defRPr>
                <a:solidFill>
                  <a:schemeClr val="lt1"/>
                </a:solidFill>
              </a:defRPr>
            </a:lvl8pPr>
            <a:lvl9pPr>
              <a:defRPr>
                <a:solidFill>
                  <a:schemeClr val="lt1"/>
                </a:solidFill>
              </a:defRPr>
            </a:lvl9pPr>
          </a:lstStyle>
          <a:p>
            <a:pPr marL="0" marR="0" lvl="0" indent="0" algn="ctr" defTabSz="914400" rtl="0" eaLnBrk="1" fontAlgn="auto" latinLnBrk="0" hangingPunct="1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zh-CN" altLang="en-US" sz="7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Graphik"/>
                <a:ea typeface="+mn-ea"/>
                <a:cs typeface="+mn-cs"/>
              </a:rPr>
              <a:t>订单同步</a:t>
            </a:r>
            <a:endParaRPr kumimoji="0" lang="en-US" sz="700" b="0" i="0" u="none" strike="noStrike" kern="120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Graphik"/>
              <a:ea typeface="+mn-ea"/>
              <a:cs typeface="+mn-cs"/>
            </a:endParaRPr>
          </a:p>
        </p:txBody>
      </p:sp>
      <p:sp>
        <p:nvSpPr>
          <p:cNvPr id="17" name="Rectangle 62">
            <a:extLst>
              <a:ext uri="{FF2B5EF4-FFF2-40B4-BE49-F238E27FC236}">
                <a16:creationId xmlns:a16="http://schemas.microsoft.com/office/drawing/2014/main" id="{09C79017-19E2-463F-D888-2B74847CB731}"/>
              </a:ext>
            </a:extLst>
          </p:cNvPr>
          <p:cNvSpPr/>
          <p:nvPr/>
        </p:nvSpPr>
        <p:spPr>
          <a:xfrm>
            <a:off x="4263684" y="4689395"/>
            <a:ext cx="1300225" cy="251000"/>
          </a:xfrm>
          <a:prstGeom prst="rect">
            <a:avLst/>
          </a:prstGeom>
          <a:solidFill>
            <a:srgbClr val="F2F2F2"/>
          </a:solidFill>
          <a:ln>
            <a:solidFill>
              <a:schemeClr val="bg2"/>
            </a:solidFill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400" b="1" i="0" u="none" strike="noStrike" kern="120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Graphik"/>
                <a:ea typeface="等线" panose="02010600030101010101" pitchFamily="2" charset="-122"/>
                <a:cs typeface="+mn-cs"/>
              </a:rPr>
              <a:t>IAM</a:t>
            </a:r>
          </a:p>
        </p:txBody>
      </p:sp>
      <p:cxnSp>
        <p:nvCxnSpPr>
          <p:cNvPr id="18" name="Straight Connector 80">
            <a:extLst>
              <a:ext uri="{FF2B5EF4-FFF2-40B4-BE49-F238E27FC236}">
                <a16:creationId xmlns:a16="http://schemas.microsoft.com/office/drawing/2014/main" id="{0CB6DB31-4C99-E192-1AAF-4E69F3447084}"/>
              </a:ext>
            </a:extLst>
          </p:cNvPr>
          <p:cNvCxnSpPr>
            <a:cxnSpLocks/>
          </p:cNvCxnSpPr>
          <p:nvPr/>
        </p:nvCxnSpPr>
        <p:spPr>
          <a:xfrm>
            <a:off x="3850638" y="4232346"/>
            <a:ext cx="0" cy="1210790"/>
          </a:xfrm>
          <a:prstGeom prst="line">
            <a:avLst/>
          </a:prstGeom>
          <a:ln w="12700">
            <a:solidFill>
              <a:schemeClr val="tx1"/>
            </a:solidFill>
            <a:headEnd type="triangle" w="med" len="med"/>
            <a:tailEnd type="non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9" name="TextBox 159">
            <a:extLst>
              <a:ext uri="{FF2B5EF4-FFF2-40B4-BE49-F238E27FC236}">
                <a16:creationId xmlns:a16="http://schemas.microsoft.com/office/drawing/2014/main" id="{000DCC4C-D33A-C6A3-F61A-BB72CC92E20E}"/>
              </a:ext>
            </a:extLst>
          </p:cNvPr>
          <p:cNvSpPr txBox="1"/>
          <p:nvPr/>
        </p:nvSpPr>
        <p:spPr>
          <a:xfrm>
            <a:off x="3623049" y="4744502"/>
            <a:ext cx="494861" cy="314944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36000" tIns="36000" rIns="36000" bIns="36000" rtlCol="0" anchor="ctr"/>
          <a:lstStyle>
            <a:defPPr>
              <a:defRPr lang="en-US"/>
            </a:defPPr>
            <a:lvl1pPr algn="ctr">
              <a:lnSpc>
                <a:spcPct val="90000"/>
              </a:lnSpc>
              <a:defRPr sz="1000">
                <a:solidFill>
                  <a:schemeClr val="accent1"/>
                </a:solidFill>
              </a:defRPr>
            </a:lvl1pPr>
            <a:lvl2pPr>
              <a:defRPr>
                <a:solidFill>
                  <a:schemeClr val="lt1"/>
                </a:solidFill>
              </a:defRPr>
            </a:lvl2pPr>
            <a:lvl3pPr>
              <a:defRPr>
                <a:solidFill>
                  <a:schemeClr val="lt1"/>
                </a:solidFill>
              </a:defRPr>
            </a:lvl3pPr>
            <a:lvl4pPr>
              <a:defRPr>
                <a:solidFill>
                  <a:schemeClr val="lt1"/>
                </a:solidFill>
              </a:defRPr>
            </a:lvl4pPr>
            <a:lvl5pPr>
              <a:defRPr>
                <a:solidFill>
                  <a:schemeClr val="lt1"/>
                </a:solidFill>
              </a:defRPr>
            </a:lvl5pPr>
            <a:lvl6pPr>
              <a:defRPr>
                <a:solidFill>
                  <a:schemeClr val="lt1"/>
                </a:solidFill>
              </a:defRPr>
            </a:lvl6pPr>
            <a:lvl7pPr>
              <a:defRPr>
                <a:solidFill>
                  <a:schemeClr val="lt1"/>
                </a:solidFill>
              </a:defRPr>
            </a:lvl7pPr>
            <a:lvl8pPr>
              <a:defRPr>
                <a:solidFill>
                  <a:schemeClr val="lt1"/>
                </a:solidFill>
              </a:defRPr>
            </a:lvl8pPr>
            <a:lvl9pPr>
              <a:defRPr>
                <a:solidFill>
                  <a:schemeClr val="lt1"/>
                </a:solidFill>
              </a:defRPr>
            </a:lvl9pPr>
          </a:lstStyle>
          <a:p>
            <a:pPr marL="0" marR="0" lvl="0" indent="0" algn="ctr" defTabSz="914400" rtl="0" eaLnBrk="1" fontAlgn="auto" latinLnBrk="0" hangingPunct="1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700" b="0" i="0" u="none" strike="noStrike" kern="1200" cap="none" spc="0" normalizeH="0" baseline="0" noProof="0" dirty="0" err="1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Graphik"/>
                <a:ea typeface="+mn-ea"/>
                <a:cs typeface="+mn-cs"/>
              </a:rPr>
              <a:t>库存同步</a:t>
            </a:r>
            <a:endParaRPr lang="en-US" sz="700" dirty="0">
              <a:solidFill>
                <a:srgbClr val="000000"/>
              </a:solidFill>
              <a:latin typeface="Graphik"/>
            </a:endParaRPr>
          </a:p>
          <a:p>
            <a:pPr marL="0" marR="0" lvl="0" indent="0" algn="ctr" defTabSz="914400" rtl="0" eaLnBrk="1" fontAlgn="auto" latinLnBrk="0" hangingPunct="1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zh-CN" altLang="en-US" sz="7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Graphik"/>
                <a:ea typeface="+mn-ea"/>
                <a:cs typeface="+mn-cs"/>
              </a:rPr>
              <a:t>商品同步</a:t>
            </a:r>
            <a:endParaRPr kumimoji="0" lang="en-US" sz="700" b="0" i="0" u="none" strike="noStrike" kern="120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Graphik"/>
              <a:ea typeface="+mn-ea"/>
              <a:cs typeface="+mn-cs"/>
            </a:endParaRPr>
          </a:p>
        </p:txBody>
      </p:sp>
      <p:cxnSp>
        <p:nvCxnSpPr>
          <p:cNvPr id="20" name="Straight Connector 96">
            <a:extLst>
              <a:ext uri="{FF2B5EF4-FFF2-40B4-BE49-F238E27FC236}">
                <a16:creationId xmlns:a16="http://schemas.microsoft.com/office/drawing/2014/main" id="{40BC6EA0-1CA0-8B48-6B45-4D5C973773A4}"/>
              </a:ext>
            </a:extLst>
          </p:cNvPr>
          <p:cNvCxnSpPr>
            <a:cxnSpLocks/>
          </p:cNvCxnSpPr>
          <p:nvPr/>
        </p:nvCxnSpPr>
        <p:spPr>
          <a:xfrm flipH="1">
            <a:off x="4905290" y="4235374"/>
            <a:ext cx="1001" cy="418379"/>
          </a:xfrm>
          <a:prstGeom prst="line">
            <a:avLst/>
          </a:prstGeom>
          <a:ln w="12700">
            <a:solidFill>
              <a:schemeClr val="tx1"/>
            </a:solidFill>
            <a:headEnd type="triangle" w="med" len="med"/>
            <a:tailEnd type="non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1" name="Straight Connector 91">
            <a:extLst>
              <a:ext uri="{FF2B5EF4-FFF2-40B4-BE49-F238E27FC236}">
                <a16:creationId xmlns:a16="http://schemas.microsoft.com/office/drawing/2014/main" id="{ADDB3BE5-C50B-AB94-651C-236BBA6A1E42}"/>
              </a:ext>
            </a:extLst>
          </p:cNvPr>
          <p:cNvCxnSpPr>
            <a:cxnSpLocks/>
          </p:cNvCxnSpPr>
          <p:nvPr/>
        </p:nvCxnSpPr>
        <p:spPr>
          <a:xfrm flipV="1">
            <a:off x="2514999" y="4235374"/>
            <a:ext cx="0" cy="335512"/>
          </a:xfrm>
          <a:prstGeom prst="line">
            <a:avLst/>
          </a:prstGeom>
          <a:ln w="12700">
            <a:solidFill>
              <a:schemeClr val="tx1"/>
            </a:solidFill>
            <a:headEnd type="triangle" w="med" len="med"/>
            <a:tailEnd type="non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2" name="TextBox 98">
            <a:extLst>
              <a:ext uri="{FF2B5EF4-FFF2-40B4-BE49-F238E27FC236}">
                <a16:creationId xmlns:a16="http://schemas.microsoft.com/office/drawing/2014/main" id="{107DB5C3-A426-95F2-3BAE-1CEC7EA2F9BE}"/>
              </a:ext>
            </a:extLst>
          </p:cNvPr>
          <p:cNvSpPr txBox="1"/>
          <p:nvPr/>
        </p:nvSpPr>
        <p:spPr>
          <a:xfrm>
            <a:off x="2094011" y="4289672"/>
            <a:ext cx="841976" cy="190043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36000" rIns="0" bIns="36000" rtlCol="0" anchor="ctr"/>
          <a:lstStyle>
            <a:defPPr>
              <a:defRPr lang="en-US"/>
            </a:defPPr>
            <a:lvl1pPr algn="ctr">
              <a:lnSpc>
                <a:spcPct val="90000"/>
              </a:lnSpc>
              <a:defRPr sz="1000">
                <a:solidFill>
                  <a:schemeClr val="accent1"/>
                </a:solidFill>
              </a:defRPr>
            </a:lvl1pPr>
            <a:lvl2pPr>
              <a:defRPr>
                <a:solidFill>
                  <a:schemeClr val="lt1"/>
                </a:solidFill>
              </a:defRPr>
            </a:lvl2pPr>
            <a:lvl3pPr>
              <a:defRPr>
                <a:solidFill>
                  <a:schemeClr val="lt1"/>
                </a:solidFill>
              </a:defRPr>
            </a:lvl3pPr>
            <a:lvl4pPr>
              <a:defRPr>
                <a:solidFill>
                  <a:schemeClr val="lt1"/>
                </a:solidFill>
              </a:defRPr>
            </a:lvl4pPr>
            <a:lvl5pPr>
              <a:defRPr>
                <a:solidFill>
                  <a:schemeClr val="lt1"/>
                </a:solidFill>
              </a:defRPr>
            </a:lvl5pPr>
            <a:lvl6pPr>
              <a:defRPr>
                <a:solidFill>
                  <a:schemeClr val="lt1"/>
                </a:solidFill>
              </a:defRPr>
            </a:lvl6pPr>
            <a:lvl7pPr>
              <a:defRPr>
                <a:solidFill>
                  <a:schemeClr val="lt1"/>
                </a:solidFill>
              </a:defRPr>
            </a:lvl7pPr>
            <a:lvl8pPr>
              <a:defRPr>
                <a:solidFill>
                  <a:schemeClr val="lt1"/>
                </a:solidFill>
              </a:defRPr>
            </a:lvl8pPr>
            <a:lvl9pPr>
              <a:defRPr>
                <a:solidFill>
                  <a:schemeClr val="lt1"/>
                </a:solidFill>
              </a:defRPr>
            </a:lvl9pPr>
          </a:lstStyle>
          <a:p>
            <a:pPr marL="0" marR="0" lvl="0" indent="0" algn="ctr" defTabSz="914400" rtl="0" eaLnBrk="1" fontAlgn="auto" latinLnBrk="0" hangingPunct="1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en-US" sz="800" dirty="0" err="1">
                <a:solidFill>
                  <a:srgbClr val="000000"/>
                </a:solidFill>
                <a:latin typeface="Graphik"/>
              </a:rPr>
              <a:t>订单</a:t>
            </a:r>
            <a:r>
              <a:rPr lang="en-US" altLang="zh-CN" sz="800" dirty="0">
                <a:solidFill>
                  <a:srgbClr val="000000"/>
                </a:solidFill>
                <a:latin typeface="Graphik"/>
              </a:rPr>
              <a:t>&amp;</a:t>
            </a:r>
            <a:r>
              <a:rPr lang="zh-CN" altLang="en-US" sz="800" dirty="0">
                <a:solidFill>
                  <a:srgbClr val="000000"/>
                </a:solidFill>
                <a:latin typeface="Graphik"/>
              </a:rPr>
              <a:t>售后</a:t>
            </a:r>
            <a:r>
              <a:rPr lang="en-US" altLang="zh-CN" sz="800" dirty="0">
                <a:solidFill>
                  <a:srgbClr val="000000"/>
                </a:solidFill>
                <a:latin typeface="Graphik"/>
              </a:rPr>
              <a:t>&amp;</a:t>
            </a:r>
            <a:r>
              <a:rPr lang="zh-CN" altLang="en-US" sz="800" dirty="0">
                <a:solidFill>
                  <a:srgbClr val="000000"/>
                </a:solidFill>
                <a:latin typeface="Graphik"/>
              </a:rPr>
              <a:t>发票</a:t>
            </a:r>
            <a:endParaRPr kumimoji="0" lang="en-US" sz="800" b="0" i="0" u="none" strike="noStrike" kern="120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Graphik"/>
              <a:ea typeface="+mn-ea"/>
              <a:cs typeface="+mn-cs"/>
            </a:endParaRPr>
          </a:p>
        </p:txBody>
      </p:sp>
      <p:sp>
        <p:nvSpPr>
          <p:cNvPr id="23" name="TextBox 159">
            <a:extLst>
              <a:ext uri="{FF2B5EF4-FFF2-40B4-BE49-F238E27FC236}">
                <a16:creationId xmlns:a16="http://schemas.microsoft.com/office/drawing/2014/main" id="{39649A97-F349-5D79-0EB1-8D7D3DF04F0F}"/>
              </a:ext>
            </a:extLst>
          </p:cNvPr>
          <p:cNvSpPr txBox="1"/>
          <p:nvPr/>
        </p:nvSpPr>
        <p:spPr>
          <a:xfrm>
            <a:off x="4445919" y="4374486"/>
            <a:ext cx="955528" cy="142879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36000" tIns="36000" rIns="36000" bIns="36000" rtlCol="0" anchor="ctr"/>
          <a:lstStyle>
            <a:defPPr>
              <a:defRPr lang="en-US"/>
            </a:defPPr>
            <a:lvl1pPr algn="ctr">
              <a:lnSpc>
                <a:spcPct val="90000"/>
              </a:lnSpc>
              <a:defRPr sz="1000">
                <a:solidFill>
                  <a:schemeClr val="accent1"/>
                </a:solidFill>
              </a:defRPr>
            </a:lvl1pPr>
            <a:lvl2pPr>
              <a:defRPr>
                <a:solidFill>
                  <a:schemeClr val="lt1"/>
                </a:solidFill>
              </a:defRPr>
            </a:lvl2pPr>
            <a:lvl3pPr>
              <a:defRPr>
                <a:solidFill>
                  <a:schemeClr val="lt1"/>
                </a:solidFill>
              </a:defRPr>
            </a:lvl3pPr>
            <a:lvl4pPr>
              <a:defRPr>
                <a:solidFill>
                  <a:schemeClr val="lt1"/>
                </a:solidFill>
              </a:defRPr>
            </a:lvl4pPr>
            <a:lvl5pPr>
              <a:defRPr>
                <a:solidFill>
                  <a:schemeClr val="lt1"/>
                </a:solidFill>
              </a:defRPr>
            </a:lvl5pPr>
            <a:lvl6pPr>
              <a:defRPr>
                <a:solidFill>
                  <a:schemeClr val="lt1"/>
                </a:solidFill>
              </a:defRPr>
            </a:lvl6pPr>
            <a:lvl7pPr>
              <a:defRPr>
                <a:solidFill>
                  <a:schemeClr val="lt1"/>
                </a:solidFill>
              </a:defRPr>
            </a:lvl7pPr>
            <a:lvl8pPr>
              <a:defRPr>
                <a:solidFill>
                  <a:schemeClr val="lt1"/>
                </a:solidFill>
              </a:defRPr>
            </a:lvl8pPr>
            <a:lvl9pPr>
              <a:defRPr>
                <a:solidFill>
                  <a:schemeClr val="lt1"/>
                </a:solidFill>
              </a:defRPr>
            </a:lvl9pPr>
          </a:lstStyle>
          <a:p>
            <a:pPr marL="0" marR="0" lvl="0" indent="0" algn="ctr" defTabSz="914400" rtl="0" eaLnBrk="1" fontAlgn="auto" latinLnBrk="0" hangingPunct="1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zh-CN" altLang="en-US" sz="7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Graphik"/>
                <a:ea typeface="+mn-ea"/>
                <a:cs typeface="+mn-cs"/>
              </a:rPr>
              <a:t>身份认证、密码同步</a:t>
            </a:r>
            <a:endParaRPr kumimoji="0" lang="en-US" sz="700" b="0" i="0" u="none" strike="noStrike" kern="120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Graphik"/>
              <a:ea typeface="+mn-ea"/>
              <a:cs typeface="+mn-cs"/>
            </a:endParaRPr>
          </a:p>
        </p:txBody>
      </p:sp>
      <p:sp>
        <p:nvSpPr>
          <p:cNvPr id="26" name="Rectangle 62">
            <a:extLst>
              <a:ext uri="{FF2B5EF4-FFF2-40B4-BE49-F238E27FC236}">
                <a16:creationId xmlns:a16="http://schemas.microsoft.com/office/drawing/2014/main" id="{D2A67E9A-35ED-DF58-48E0-F0F4A6F4DD5F}"/>
              </a:ext>
            </a:extLst>
          </p:cNvPr>
          <p:cNvSpPr/>
          <p:nvPr/>
        </p:nvSpPr>
        <p:spPr>
          <a:xfrm>
            <a:off x="4873675" y="5448824"/>
            <a:ext cx="2035448" cy="333599"/>
          </a:xfrm>
          <a:prstGeom prst="rect">
            <a:avLst/>
          </a:prstGeom>
          <a:solidFill>
            <a:srgbClr val="F2F2F2"/>
          </a:solidFill>
          <a:ln>
            <a:solidFill>
              <a:schemeClr val="bg2"/>
            </a:solidFill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400" b="1" i="0" u="none" strike="noStrike" kern="120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Graphik"/>
                <a:ea typeface="等线" panose="02010600030101010101" pitchFamily="2" charset="-122"/>
                <a:cs typeface="+mn-cs"/>
              </a:rPr>
              <a:t>仓库</a:t>
            </a:r>
          </a:p>
        </p:txBody>
      </p:sp>
      <p:cxnSp>
        <p:nvCxnSpPr>
          <p:cNvPr id="27" name="Straight Connector 115">
            <a:extLst>
              <a:ext uri="{FF2B5EF4-FFF2-40B4-BE49-F238E27FC236}">
                <a16:creationId xmlns:a16="http://schemas.microsoft.com/office/drawing/2014/main" id="{CE10648B-4DDC-08F9-1D65-2C2F308B99C9}"/>
              </a:ext>
            </a:extLst>
          </p:cNvPr>
          <p:cNvCxnSpPr>
            <a:cxnSpLocks/>
          </p:cNvCxnSpPr>
          <p:nvPr/>
        </p:nvCxnSpPr>
        <p:spPr>
          <a:xfrm rot="5400000">
            <a:off x="4625427" y="5401218"/>
            <a:ext cx="0" cy="432000"/>
          </a:xfrm>
          <a:prstGeom prst="straightConnector1">
            <a:avLst/>
          </a:prstGeom>
          <a:ln w="12700">
            <a:solidFill>
              <a:schemeClr val="tx1"/>
            </a:solidFill>
            <a:headEnd type="triangle" w="med" len="med"/>
            <a:tailEnd type="non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8" name="TextBox 159">
            <a:extLst>
              <a:ext uri="{FF2B5EF4-FFF2-40B4-BE49-F238E27FC236}">
                <a16:creationId xmlns:a16="http://schemas.microsoft.com/office/drawing/2014/main" id="{8F871380-0008-A348-5503-36D2902CD0E0}"/>
              </a:ext>
            </a:extLst>
          </p:cNvPr>
          <p:cNvSpPr txBox="1"/>
          <p:nvPr/>
        </p:nvSpPr>
        <p:spPr>
          <a:xfrm>
            <a:off x="4481462" y="5423711"/>
            <a:ext cx="209200" cy="467993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36000" tIns="36000" rIns="36000" bIns="36000" rtlCol="0" anchor="ctr"/>
          <a:lstStyle>
            <a:defPPr>
              <a:defRPr lang="en-US"/>
            </a:defPPr>
            <a:lvl1pPr algn="ctr">
              <a:lnSpc>
                <a:spcPct val="90000"/>
              </a:lnSpc>
              <a:defRPr sz="1000">
                <a:solidFill>
                  <a:schemeClr val="accent1"/>
                </a:solidFill>
              </a:defRPr>
            </a:lvl1pPr>
            <a:lvl2pPr>
              <a:defRPr>
                <a:solidFill>
                  <a:schemeClr val="lt1"/>
                </a:solidFill>
              </a:defRPr>
            </a:lvl2pPr>
            <a:lvl3pPr>
              <a:defRPr>
                <a:solidFill>
                  <a:schemeClr val="lt1"/>
                </a:solidFill>
              </a:defRPr>
            </a:lvl3pPr>
            <a:lvl4pPr>
              <a:defRPr>
                <a:solidFill>
                  <a:schemeClr val="lt1"/>
                </a:solidFill>
              </a:defRPr>
            </a:lvl4pPr>
            <a:lvl5pPr>
              <a:defRPr>
                <a:solidFill>
                  <a:schemeClr val="lt1"/>
                </a:solidFill>
              </a:defRPr>
            </a:lvl5pPr>
            <a:lvl6pPr>
              <a:defRPr>
                <a:solidFill>
                  <a:schemeClr val="lt1"/>
                </a:solidFill>
              </a:defRPr>
            </a:lvl6pPr>
            <a:lvl7pPr>
              <a:defRPr>
                <a:solidFill>
                  <a:schemeClr val="lt1"/>
                </a:solidFill>
              </a:defRPr>
            </a:lvl7pPr>
            <a:lvl8pPr>
              <a:defRPr>
                <a:solidFill>
                  <a:schemeClr val="lt1"/>
                </a:solidFill>
              </a:defRPr>
            </a:lvl8pPr>
            <a:lvl9pPr>
              <a:defRPr>
                <a:solidFill>
                  <a:schemeClr val="lt1"/>
                </a:solidFill>
              </a:defRPr>
            </a:lvl9pPr>
          </a:lstStyle>
          <a:p>
            <a:pPr marL="0" marR="0" lvl="0" indent="0" algn="ctr" defTabSz="914400" rtl="0" eaLnBrk="1" fontAlgn="auto" latinLnBrk="0" hangingPunct="1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7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Graphik"/>
                <a:ea typeface="+mn-ea"/>
                <a:cs typeface="+mn-cs"/>
              </a:rPr>
              <a:t>订单</a:t>
            </a:r>
          </a:p>
        </p:txBody>
      </p:sp>
      <p:sp>
        <p:nvSpPr>
          <p:cNvPr id="29" name="Rectangle 85">
            <a:extLst>
              <a:ext uri="{FF2B5EF4-FFF2-40B4-BE49-F238E27FC236}">
                <a16:creationId xmlns:a16="http://schemas.microsoft.com/office/drawing/2014/main" id="{2CF9A780-6D0F-1BA7-AFC9-46B5D98F12F2}"/>
              </a:ext>
            </a:extLst>
          </p:cNvPr>
          <p:cNvSpPr/>
          <p:nvPr/>
        </p:nvSpPr>
        <p:spPr>
          <a:xfrm>
            <a:off x="2054156" y="2299766"/>
            <a:ext cx="4880989" cy="1896636"/>
          </a:xfrm>
          <a:prstGeom prst="rect">
            <a:avLst/>
          </a:prstGeom>
          <a:solidFill>
            <a:srgbClr val="F2F2F2"/>
          </a:solidFill>
          <a:ln>
            <a:solidFill>
              <a:schemeClr val="bg2"/>
            </a:solidFill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t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en-US" sz="1400" b="1" dirty="0">
                <a:solidFill>
                  <a:sysClr val="windowText" lastClr="000000"/>
                </a:solidFill>
                <a:latin typeface="Graphik"/>
                <a:ea typeface="等线" panose="02010600030101010101" pitchFamily="2" charset="-122"/>
              </a:rPr>
              <a:t>零售</a:t>
            </a:r>
            <a:r>
              <a:rPr kumimoji="0" lang="en-US" sz="1400" b="1" i="0" u="none" strike="noStrike" kern="1200" cap="none" spc="0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Graphik"/>
                <a:ea typeface="等线" panose="02010600030101010101" pitchFamily="2" charset="-122"/>
                <a:cs typeface="+mn-cs"/>
              </a:rPr>
              <a:t>管理系统</a:t>
            </a:r>
          </a:p>
        </p:txBody>
      </p:sp>
      <p:sp>
        <p:nvSpPr>
          <p:cNvPr id="30" name="Rectangle 85">
            <a:extLst>
              <a:ext uri="{FF2B5EF4-FFF2-40B4-BE49-F238E27FC236}">
                <a16:creationId xmlns:a16="http://schemas.microsoft.com/office/drawing/2014/main" id="{8C4D356A-9747-851D-3D4F-5BA32B3810C7}"/>
              </a:ext>
            </a:extLst>
          </p:cNvPr>
          <p:cNvSpPr/>
          <p:nvPr/>
        </p:nvSpPr>
        <p:spPr>
          <a:xfrm>
            <a:off x="2174367" y="3447647"/>
            <a:ext cx="4022992" cy="309487"/>
          </a:xfrm>
          <a:prstGeom prst="rect">
            <a:avLst/>
          </a:prstGeom>
          <a:solidFill>
            <a:srgbClr val="4472C4"/>
          </a:solidFill>
          <a:ln>
            <a:solidFill>
              <a:schemeClr val="bg2"/>
            </a:solidFill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t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400" b="1" i="0" u="none" strike="noStrike" kern="1200" cap="none" spc="0" normalizeH="0" baseline="0" noProof="0" dirty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Graphik"/>
              <a:ea typeface="等线" panose="02010600030101010101" pitchFamily="2" charset="-122"/>
              <a:cs typeface="+mn-cs"/>
            </a:endParaRPr>
          </a:p>
        </p:txBody>
      </p:sp>
      <p:sp>
        <p:nvSpPr>
          <p:cNvPr id="31" name="文本框 30">
            <a:extLst>
              <a:ext uri="{FF2B5EF4-FFF2-40B4-BE49-F238E27FC236}">
                <a16:creationId xmlns:a16="http://schemas.microsoft.com/office/drawing/2014/main" id="{F22D8E47-99E2-EA2E-4BED-BC04959F8913}"/>
              </a:ext>
            </a:extLst>
          </p:cNvPr>
          <p:cNvSpPr txBox="1"/>
          <p:nvPr/>
        </p:nvSpPr>
        <p:spPr>
          <a:xfrm>
            <a:off x="3720981" y="3501663"/>
            <a:ext cx="899941" cy="24622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zh-CN" altLang="en-US" sz="1000" dirty="0">
                <a:solidFill>
                  <a:schemeClr val="bg1"/>
                </a:solidFill>
                <a:latin typeface="+mn-ea"/>
              </a:rPr>
              <a:t>业务中心层</a:t>
            </a:r>
          </a:p>
        </p:txBody>
      </p:sp>
      <p:sp>
        <p:nvSpPr>
          <p:cNvPr id="32" name="Rectangle 85">
            <a:extLst>
              <a:ext uri="{FF2B5EF4-FFF2-40B4-BE49-F238E27FC236}">
                <a16:creationId xmlns:a16="http://schemas.microsoft.com/office/drawing/2014/main" id="{9B795CA9-29C4-23A7-8ADD-0DC694852602}"/>
              </a:ext>
            </a:extLst>
          </p:cNvPr>
          <p:cNvSpPr/>
          <p:nvPr/>
        </p:nvSpPr>
        <p:spPr>
          <a:xfrm>
            <a:off x="2174367" y="3043688"/>
            <a:ext cx="4023179" cy="357643"/>
          </a:xfrm>
          <a:prstGeom prst="rect">
            <a:avLst/>
          </a:prstGeom>
          <a:solidFill>
            <a:srgbClr val="92ADDD"/>
          </a:solidFill>
          <a:ln>
            <a:solidFill>
              <a:schemeClr val="bg2"/>
            </a:solidFill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t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400" b="1" i="0" u="none" strike="noStrike" kern="1200" cap="none" spc="0" normalizeH="0" baseline="0" noProof="0" dirty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Graphik"/>
              <a:ea typeface="等线" panose="02010600030101010101" pitchFamily="2" charset="-122"/>
              <a:cs typeface="+mn-cs"/>
            </a:endParaRPr>
          </a:p>
        </p:txBody>
      </p:sp>
      <p:sp>
        <p:nvSpPr>
          <p:cNvPr id="33" name="文本框 32">
            <a:extLst>
              <a:ext uri="{FF2B5EF4-FFF2-40B4-BE49-F238E27FC236}">
                <a16:creationId xmlns:a16="http://schemas.microsoft.com/office/drawing/2014/main" id="{D5A0E474-1064-D105-7B90-1885FFD81C91}"/>
              </a:ext>
            </a:extLst>
          </p:cNvPr>
          <p:cNvSpPr txBox="1"/>
          <p:nvPr/>
        </p:nvSpPr>
        <p:spPr>
          <a:xfrm>
            <a:off x="3667359" y="3129791"/>
            <a:ext cx="1000779" cy="24622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zh-CN" altLang="en-US" sz="1000" dirty="0">
                <a:solidFill>
                  <a:schemeClr val="bg1"/>
                </a:solidFill>
                <a:latin typeface="+mn-ea"/>
              </a:rPr>
              <a:t>品牌业务层</a:t>
            </a:r>
          </a:p>
        </p:txBody>
      </p:sp>
      <p:sp>
        <p:nvSpPr>
          <p:cNvPr id="34" name="Rectangle 85">
            <a:extLst>
              <a:ext uri="{FF2B5EF4-FFF2-40B4-BE49-F238E27FC236}">
                <a16:creationId xmlns:a16="http://schemas.microsoft.com/office/drawing/2014/main" id="{D691F15A-F96C-BEA0-6783-13E23D1C6F61}"/>
              </a:ext>
            </a:extLst>
          </p:cNvPr>
          <p:cNvSpPr/>
          <p:nvPr/>
        </p:nvSpPr>
        <p:spPr>
          <a:xfrm>
            <a:off x="6246356" y="2645215"/>
            <a:ext cx="552851" cy="1117187"/>
          </a:xfrm>
          <a:prstGeom prst="rect">
            <a:avLst/>
          </a:prstGeom>
          <a:solidFill>
            <a:srgbClr val="92ADDD"/>
          </a:solidFill>
          <a:ln>
            <a:solidFill>
              <a:schemeClr val="bg2"/>
            </a:solidFill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t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400" b="1" i="0" u="none" strike="noStrike" kern="1200" cap="none" spc="0" normalizeH="0" baseline="0" noProof="0" dirty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Graphik"/>
              <a:ea typeface="等线" panose="02010600030101010101" pitchFamily="2" charset="-122"/>
              <a:cs typeface="+mn-cs"/>
            </a:endParaRPr>
          </a:p>
        </p:txBody>
      </p:sp>
      <p:sp>
        <p:nvSpPr>
          <p:cNvPr id="35" name="文本框 34">
            <a:extLst>
              <a:ext uri="{FF2B5EF4-FFF2-40B4-BE49-F238E27FC236}">
                <a16:creationId xmlns:a16="http://schemas.microsoft.com/office/drawing/2014/main" id="{147B28AA-D7D3-2038-AD60-876D3A3DF285}"/>
              </a:ext>
            </a:extLst>
          </p:cNvPr>
          <p:cNvSpPr txBox="1"/>
          <p:nvPr/>
        </p:nvSpPr>
        <p:spPr>
          <a:xfrm>
            <a:off x="6403287" y="2847831"/>
            <a:ext cx="370172" cy="70788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zh-CN" altLang="en-US" sz="1000" dirty="0">
                <a:solidFill>
                  <a:schemeClr val="bg1"/>
                </a:solidFill>
                <a:latin typeface="+mn-ea"/>
              </a:rPr>
              <a:t>待办提醒</a:t>
            </a:r>
          </a:p>
        </p:txBody>
      </p:sp>
      <p:sp>
        <p:nvSpPr>
          <p:cNvPr id="36" name="Rectangle 85">
            <a:extLst>
              <a:ext uri="{FF2B5EF4-FFF2-40B4-BE49-F238E27FC236}">
                <a16:creationId xmlns:a16="http://schemas.microsoft.com/office/drawing/2014/main" id="{3950DC85-1C32-DEC0-1CFF-C9483E614974}"/>
              </a:ext>
            </a:extLst>
          </p:cNvPr>
          <p:cNvSpPr/>
          <p:nvPr/>
        </p:nvSpPr>
        <p:spPr>
          <a:xfrm>
            <a:off x="2174367" y="3800409"/>
            <a:ext cx="4640571" cy="309487"/>
          </a:xfrm>
          <a:prstGeom prst="rect">
            <a:avLst/>
          </a:prstGeom>
          <a:solidFill>
            <a:srgbClr val="4472C4"/>
          </a:solidFill>
          <a:ln>
            <a:solidFill>
              <a:schemeClr val="bg2"/>
            </a:solidFill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t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400" b="1" i="0" u="none" strike="noStrike" kern="1200" cap="none" spc="0" normalizeH="0" baseline="0" noProof="0" dirty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Graphik"/>
              <a:ea typeface="等线" panose="02010600030101010101" pitchFamily="2" charset="-122"/>
              <a:cs typeface="+mn-cs"/>
            </a:endParaRPr>
          </a:p>
        </p:txBody>
      </p:sp>
      <p:sp>
        <p:nvSpPr>
          <p:cNvPr id="37" name="文本框 36">
            <a:extLst>
              <a:ext uri="{FF2B5EF4-FFF2-40B4-BE49-F238E27FC236}">
                <a16:creationId xmlns:a16="http://schemas.microsoft.com/office/drawing/2014/main" id="{6442D0AD-702E-F5AF-039F-77E4113189FF}"/>
              </a:ext>
            </a:extLst>
          </p:cNvPr>
          <p:cNvSpPr txBox="1"/>
          <p:nvPr/>
        </p:nvSpPr>
        <p:spPr>
          <a:xfrm>
            <a:off x="4111558" y="3863038"/>
            <a:ext cx="899941" cy="24622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zh-CN" altLang="en-US" sz="1000" dirty="0">
                <a:solidFill>
                  <a:schemeClr val="bg1"/>
                </a:solidFill>
                <a:latin typeface="+mn-ea"/>
              </a:rPr>
              <a:t>基础数据层</a:t>
            </a:r>
          </a:p>
        </p:txBody>
      </p:sp>
      <p:sp>
        <p:nvSpPr>
          <p:cNvPr id="38" name="Rectangle 85">
            <a:extLst>
              <a:ext uri="{FF2B5EF4-FFF2-40B4-BE49-F238E27FC236}">
                <a16:creationId xmlns:a16="http://schemas.microsoft.com/office/drawing/2014/main" id="{1164651D-91CC-221D-1EFA-55ADE833A630}"/>
              </a:ext>
            </a:extLst>
          </p:cNvPr>
          <p:cNvSpPr/>
          <p:nvPr/>
        </p:nvSpPr>
        <p:spPr>
          <a:xfrm>
            <a:off x="2174367" y="2645216"/>
            <a:ext cx="2190138" cy="357643"/>
          </a:xfrm>
          <a:prstGeom prst="rect">
            <a:avLst/>
          </a:prstGeom>
          <a:solidFill>
            <a:srgbClr val="92ADDD"/>
          </a:solidFill>
          <a:ln>
            <a:solidFill>
              <a:schemeClr val="bg2"/>
            </a:solidFill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t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400" b="1" i="0" u="none" strike="noStrike" kern="1200" cap="none" spc="0" normalizeH="0" baseline="0" noProof="0" dirty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Graphik"/>
              <a:ea typeface="等线" panose="02010600030101010101" pitchFamily="2" charset="-122"/>
              <a:cs typeface="+mn-cs"/>
            </a:endParaRPr>
          </a:p>
        </p:txBody>
      </p:sp>
      <p:sp>
        <p:nvSpPr>
          <p:cNvPr id="39" name="Rectangle 85">
            <a:extLst>
              <a:ext uri="{FF2B5EF4-FFF2-40B4-BE49-F238E27FC236}">
                <a16:creationId xmlns:a16="http://schemas.microsoft.com/office/drawing/2014/main" id="{A58482E3-9933-3BBB-1082-7BADB6470515}"/>
              </a:ext>
            </a:extLst>
          </p:cNvPr>
          <p:cNvSpPr/>
          <p:nvPr/>
        </p:nvSpPr>
        <p:spPr>
          <a:xfrm>
            <a:off x="4404621" y="2645216"/>
            <a:ext cx="1801619" cy="357643"/>
          </a:xfrm>
          <a:prstGeom prst="rect">
            <a:avLst/>
          </a:prstGeom>
          <a:solidFill>
            <a:srgbClr val="92ADDD"/>
          </a:solidFill>
          <a:ln>
            <a:solidFill>
              <a:schemeClr val="bg2"/>
            </a:solidFill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t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400" b="1" i="0" u="none" strike="noStrike" kern="1200" cap="none" spc="0" normalizeH="0" baseline="0" noProof="0" dirty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Graphik"/>
              <a:ea typeface="等线" panose="02010600030101010101" pitchFamily="2" charset="-122"/>
              <a:cs typeface="+mn-cs"/>
            </a:endParaRPr>
          </a:p>
        </p:txBody>
      </p:sp>
      <p:sp>
        <p:nvSpPr>
          <p:cNvPr id="40" name="文本框 39">
            <a:extLst>
              <a:ext uri="{FF2B5EF4-FFF2-40B4-BE49-F238E27FC236}">
                <a16:creationId xmlns:a16="http://schemas.microsoft.com/office/drawing/2014/main" id="{9CEA2A5B-8E45-2DFB-09FB-C34CC69FA618}"/>
              </a:ext>
            </a:extLst>
          </p:cNvPr>
          <p:cNvSpPr txBox="1"/>
          <p:nvPr/>
        </p:nvSpPr>
        <p:spPr>
          <a:xfrm>
            <a:off x="2813880" y="2698737"/>
            <a:ext cx="1000779" cy="24622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zh-CN" altLang="en-US" sz="1000" dirty="0">
                <a:solidFill>
                  <a:schemeClr val="bg1"/>
                </a:solidFill>
                <a:latin typeface="+mn-ea"/>
              </a:rPr>
              <a:t>门店端工作台</a:t>
            </a:r>
          </a:p>
        </p:txBody>
      </p:sp>
      <p:sp>
        <p:nvSpPr>
          <p:cNvPr id="41" name="文本框 40">
            <a:extLst>
              <a:ext uri="{FF2B5EF4-FFF2-40B4-BE49-F238E27FC236}">
                <a16:creationId xmlns:a16="http://schemas.microsoft.com/office/drawing/2014/main" id="{C65EF7A1-99CF-4C09-839F-98B87A868027}"/>
              </a:ext>
            </a:extLst>
          </p:cNvPr>
          <p:cNvSpPr txBox="1"/>
          <p:nvPr/>
        </p:nvSpPr>
        <p:spPr>
          <a:xfrm>
            <a:off x="4997309" y="2710961"/>
            <a:ext cx="1088233" cy="246221"/>
          </a:xfrm>
          <a:prstGeom prst="rect">
            <a:avLst/>
          </a:prstGeom>
          <a:solidFill>
            <a:srgbClr val="92ADDD"/>
          </a:solidFill>
        </p:spPr>
        <p:txBody>
          <a:bodyPr wrap="square">
            <a:spAutoFit/>
          </a:bodyPr>
          <a:lstStyle/>
          <a:p>
            <a:r>
              <a:rPr lang="zh-CN" altLang="en-US" sz="1000" dirty="0">
                <a:solidFill>
                  <a:schemeClr val="bg1"/>
                </a:solidFill>
                <a:latin typeface="+mn-ea"/>
              </a:rPr>
              <a:t>三方</a:t>
            </a:r>
            <a:r>
              <a:rPr lang="zh-CN" altLang="en-US" sz="1000">
                <a:solidFill>
                  <a:schemeClr val="bg1"/>
                </a:solidFill>
                <a:latin typeface="+mn-ea"/>
              </a:rPr>
              <a:t>端工作台</a:t>
            </a:r>
            <a:endParaRPr lang="zh-CN" altLang="en-US" sz="1000" dirty="0">
              <a:solidFill>
                <a:schemeClr val="bg1"/>
              </a:solidFill>
              <a:latin typeface="+mn-ea"/>
            </a:endParaRPr>
          </a:p>
        </p:txBody>
      </p:sp>
      <p:sp>
        <p:nvSpPr>
          <p:cNvPr id="42" name="标题 7">
            <a:extLst>
              <a:ext uri="{FF2B5EF4-FFF2-40B4-BE49-F238E27FC236}">
                <a16:creationId xmlns:a16="http://schemas.microsoft.com/office/drawing/2014/main" id="{F41839B5-428A-BFFA-1F12-C87796679C5A}"/>
              </a:ext>
            </a:extLst>
          </p:cNvPr>
          <p:cNvSpPr txBox="1">
            <a:spLocks/>
          </p:cNvSpPr>
          <p:nvPr/>
        </p:nvSpPr>
        <p:spPr>
          <a:xfrm>
            <a:off x="1072004" y="489840"/>
            <a:ext cx="7348982" cy="458351"/>
          </a:xfrm>
          <a:prstGeom prst="rect">
            <a:avLst/>
          </a:prstGeom>
        </p:spPr>
        <p:txBody>
          <a:bodyPr/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28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zh-CN" altLang="en-US" b="1" dirty="0"/>
              <a:t>与外部</a:t>
            </a:r>
            <a:r>
              <a:rPr lang="zh-CN" altLang="en-US" b="1"/>
              <a:t>系统关系</a:t>
            </a:r>
            <a:endParaRPr lang="zh-CN" altLang="en-US" dirty="0">
              <a:solidFill>
                <a:schemeClr val="accent5">
                  <a:lumMod val="75000"/>
                </a:schemeClr>
              </a:solidFill>
            </a:endParaRPr>
          </a:p>
        </p:txBody>
      </p:sp>
      <p:sp>
        <p:nvSpPr>
          <p:cNvPr id="43" name="文本框 42">
            <a:extLst>
              <a:ext uri="{FF2B5EF4-FFF2-40B4-BE49-F238E27FC236}">
                <a16:creationId xmlns:a16="http://schemas.microsoft.com/office/drawing/2014/main" id="{6767C1F7-525C-45E2-5FF9-E5EE24BB7A6C}"/>
              </a:ext>
            </a:extLst>
          </p:cNvPr>
          <p:cNvSpPr txBox="1"/>
          <p:nvPr/>
        </p:nvSpPr>
        <p:spPr>
          <a:xfrm>
            <a:off x="1072003" y="182063"/>
            <a:ext cx="3338791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 sz="1400" b="1" dirty="0">
                <a:solidFill>
                  <a:srgbClr val="C00000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Calibri" panose="020F0502020204030204" pitchFamily="34" charset="0"/>
              </a:rPr>
              <a:t>External System Relationships</a:t>
            </a:r>
            <a:endParaRPr lang="zh-CN" altLang="en-US" sz="1400" b="1" dirty="0">
              <a:solidFill>
                <a:srgbClr val="C00000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44" name="Rectangle 62">
            <a:extLst>
              <a:ext uri="{FF2B5EF4-FFF2-40B4-BE49-F238E27FC236}">
                <a16:creationId xmlns:a16="http://schemas.microsoft.com/office/drawing/2014/main" id="{2F405BFC-F14E-3835-083A-3F6ABC161C99}"/>
              </a:ext>
            </a:extLst>
          </p:cNvPr>
          <p:cNvSpPr/>
          <p:nvPr/>
        </p:nvSpPr>
        <p:spPr>
          <a:xfrm>
            <a:off x="5709684" y="4679993"/>
            <a:ext cx="1123122" cy="251000"/>
          </a:xfrm>
          <a:prstGeom prst="rect">
            <a:avLst/>
          </a:prstGeom>
          <a:solidFill>
            <a:srgbClr val="F2F2F2"/>
          </a:solidFill>
          <a:ln>
            <a:solidFill>
              <a:schemeClr val="bg2"/>
            </a:solidFill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en-US" altLang="zh-CN" sz="1400" b="1" dirty="0">
                <a:solidFill>
                  <a:schemeClr val="tx1"/>
                </a:solidFill>
                <a:latin typeface="Graphik"/>
                <a:ea typeface="等线" panose="02010600030101010101" pitchFamily="2" charset="-122"/>
              </a:rPr>
              <a:t>BPM</a:t>
            </a:r>
            <a:endParaRPr kumimoji="0" lang="en-US" sz="1400" b="1" i="0" u="none" strike="noStrike" kern="1200" cap="none" spc="0" normalizeH="0" baseline="0" noProof="0" dirty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Graphik"/>
              <a:ea typeface="等线" panose="02010600030101010101" pitchFamily="2" charset="-122"/>
              <a:cs typeface="+mn-cs"/>
            </a:endParaRPr>
          </a:p>
        </p:txBody>
      </p:sp>
      <p:cxnSp>
        <p:nvCxnSpPr>
          <p:cNvPr id="45" name="Straight Connector 91">
            <a:extLst>
              <a:ext uri="{FF2B5EF4-FFF2-40B4-BE49-F238E27FC236}">
                <a16:creationId xmlns:a16="http://schemas.microsoft.com/office/drawing/2014/main" id="{052E537A-AD80-2C73-A35D-D508B7D721BE}"/>
              </a:ext>
            </a:extLst>
          </p:cNvPr>
          <p:cNvCxnSpPr>
            <a:cxnSpLocks/>
          </p:cNvCxnSpPr>
          <p:nvPr/>
        </p:nvCxnSpPr>
        <p:spPr>
          <a:xfrm>
            <a:off x="6271245" y="4215076"/>
            <a:ext cx="0" cy="444619"/>
          </a:xfrm>
          <a:prstGeom prst="line">
            <a:avLst/>
          </a:prstGeom>
          <a:ln w="12700">
            <a:solidFill>
              <a:schemeClr val="tx1"/>
            </a:solidFill>
            <a:headEnd type="triangle" w="med" len="med"/>
            <a:tailEnd type="non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46" name="TextBox 159">
            <a:extLst>
              <a:ext uri="{FF2B5EF4-FFF2-40B4-BE49-F238E27FC236}">
                <a16:creationId xmlns:a16="http://schemas.microsoft.com/office/drawing/2014/main" id="{8AE19C28-89E0-3461-36D0-D0AD3837A097}"/>
              </a:ext>
            </a:extLst>
          </p:cNvPr>
          <p:cNvSpPr txBox="1"/>
          <p:nvPr/>
        </p:nvSpPr>
        <p:spPr>
          <a:xfrm>
            <a:off x="5927096" y="4401118"/>
            <a:ext cx="688298" cy="112862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36000" tIns="36000" rIns="36000" bIns="36000" rtlCol="0" anchor="ctr"/>
          <a:lstStyle>
            <a:defPPr>
              <a:defRPr lang="en-US"/>
            </a:defPPr>
            <a:lvl1pPr algn="ctr">
              <a:lnSpc>
                <a:spcPct val="90000"/>
              </a:lnSpc>
              <a:defRPr sz="1000">
                <a:solidFill>
                  <a:schemeClr val="accent1"/>
                </a:solidFill>
              </a:defRPr>
            </a:lvl1pPr>
            <a:lvl2pPr>
              <a:defRPr>
                <a:solidFill>
                  <a:schemeClr val="lt1"/>
                </a:solidFill>
              </a:defRPr>
            </a:lvl2pPr>
            <a:lvl3pPr>
              <a:defRPr>
                <a:solidFill>
                  <a:schemeClr val="lt1"/>
                </a:solidFill>
              </a:defRPr>
            </a:lvl3pPr>
            <a:lvl4pPr>
              <a:defRPr>
                <a:solidFill>
                  <a:schemeClr val="lt1"/>
                </a:solidFill>
              </a:defRPr>
            </a:lvl4pPr>
            <a:lvl5pPr>
              <a:defRPr>
                <a:solidFill>
                  <a:schemeClr val="lt1"/>
                </a:solidFill>
              </a:defRPr>
            </a:lvl5pPr>
            <a:lvl6pPr>
              <a:defRPr>
                <a:solidFill>
                  <a:schemeClr val="lt1"/>
                </a:solidFill>
              </a:defRPr>
            </a:lvl6pPr>
            <a:lvl7pPr>
              <a:defRPr>
                <a:solidFill>
                  <a:schemeClr val="lt1"/>
                </a:solidFill>
              </a:defRPr>
            </a:lvl7pPr>
            <a:lvl8pPr>
              <a:defRPr>
                <a:solidFill>
                  <a:schemeClr val="lt1"/>
                </a:solidFill>
              </a:defRPr>
            </a:lvl8pPr>
            <a:lvl9pPr>
              <a:defRPr>
                <a:solidFill>
                  <a:schemeClr val="lt1"/>
                </a:solidFill>
              </a:defRPr>
            </a:lvl9pPr>
          </a:lstStyle>
          <a:p>
            <a:pPr marL="0" marR="0" lvl="0" indent="0" algn="ctr" defTabSz="914400" rtl="0" eaLnBrk="1" fontAlgn="auto" latinLnBrk="0" hangingPunct="1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zh-CN" altLang="en-US" sz="7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Graphik"/>
                <a:ea typeface="+mn-ea"/>
                <a:cs typeface="+mn-cs"/>
              </a:rPr>
              <a:t>审批流</a:t>
            </a:r>
            <a:endParaRPr kumimoji="0" lang="en-US" sz="700" b="0" i="0" u="none" strike="noStrike" kern="120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Graphik"/>
              <a:ea typeface="+mn-ea"/>
              <a:cs typeface="+mn-cs"/>
            </a:endParaRPr>
          </a:p>
        </p:txBody>
      </p:sp>
      <p:sp>
        <p:nvSpPr>
          <p:cNvPr id="50" name="Rectangle 62">
            <a:extLst>
              <a:ext uri="{FF2B5EF4-FFF2-40B4-BE49-F238E27FC236}">
                <a16:creationId xmlns:a16="http://schemas.microsoft.com/office/drawing/2014/main" id="{1F51C65A-BAD5-6FEC-E339-B78412E3688B}"/>
              </a:ext>
            </a:extLst>
          </p:cNvPr>
          <p:cNvSpPr/>
          <p:nvPr/>
        </p:nvSpPr>
        <p:spPr>
          <a:xfrm>
            <a:off x="428625" y="2396267"/>
            <a:ext cx="894437" cy="335513"/>
          </a:xfrm>
          <a:prstGeom prst="rect">
            <a:avLst/>
          </a:prstGeom>
          <a:solidFill>
            <a:srgbClr val="F2F2F2"/>
          </a:solidFill>
          <a:ln>
            <a:solidFill>
              <a:schemeClr val="bg2"/>
            </a:solidFill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zh-CN" altLang="en-US" sz="1400" b="1" dirty="0">
                <a:solidFill>
                  <a:schemeClr val="tx1"/>
                </a:solidFill>
                <a:latin typeface="Graphik"/>
                <a:ea typeface="等线" panose="02010600030101010101" pitchFamily="2" charset="-122"/>
              </a:rPr>
              <a:t>小票机子</a:t>
            </a:r>
            <a:endParaRPr kumimoji="0" lang="en-US" sz="1400" b="1" i="0" u="none" strike="noStrike" kern="1200" cap="none" spc="0" normalizeH="0" baseline="0" noProof="0" dirty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Graphik"/>
              <a:ea typeface="等线" panose="02010600030101010101" pitchFamily="2" charset="-122"/>
              <a:cs typeface="+mn-cs"/>
            </a:endParaRPr>
          </a:p>
        </p:txBody>
      </p:sp>
      <p:cxnSp>
        <p:nvCxnSpPr>
          <p:cNvPr id="51" name="Straight Connector 91">
            <a:extLst>
              <a:ext uri="{FF2B5EF4-FFF2-40B4-BE49-F238E27FC236}">
                <a16:creationId xmlns:a16="http://schemas.microsoft.com/office/drawing/2014/main" id="{CA361888-0D81-6914-C034-25FEEDB6EA21}"/>
              </a:ext>
            </a:extLst>
          </p:cNvPr>
          <p:cNvCxnSpPr>
            <a:cxnSpLocks/>
          </p:cNvCxnSpPr>
          <p:nvPr/>
        </p:nvCxnSpPr>
        <p:spPr>
          <a:xfrm flipH="1">
            <a:off x="1396954" y="2564023"/>
            <a:ext cx="565621" cy="0"/>
          </a:xfrm>
          <a:prstGeom prst="line">
            <a:avLst/>
          </a:prstGeom>
          <a:ln w="12700">
            <a:solidFill>
              <a:schemeClr val="tx1"/>
            </a:solidFill>
            <a:headEnd type="triangle" w="med" len="med"/>
            <a:tailEnd type="non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52" name="TextBox 159">
            <a:extLst>
              <a:ext uri="{FF2B5EF4-FFF2-40B4-BE49-F238E27FC236}">
                <a16:creationId xmlns:a16="http://schemas.microsoft.com/office/drawing/2014/main" id="{C74A1135-7D89-2FBB-F0BF-527F81822F35}"/>
              </a:ext>
            </a:extLst>
          </p:cNvPr>
          <p:cNvSpPr txBox="1"/>
          <p:nvPr/>
        </p:nvSpPr>
        <p:spPr>
          <a:xfrm>
            <a:off x="1460810" y="2473957"/>
            <a:ext cx="379232" cy="180132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36000" tIns="36000" rIns="36000" bIns="36000" rtlCol="0" anchor="ctr"/>
          <a:lstStyle>
            <a:defPPr>
              <a:defRPr lang="en-US"/>
            </a:defPPr>
            <a:lvl1pPr algn="ctr">
              <a:lnSpc>
                <a:spcPct val="90000"/>
              </a:lnSpc>
              <a:defRPr sz="1000">
                <a:solidFill>
                  <a:schemeClr val="accent1"/>
                </a:solidFill>
              </a:defRPr>
            </a:lvl1pPr>
            <a:lvl2pPr>
              <a:defRPr>
                <a:solidFill>
                  <a:schemeClr val="lt1"/>
                </a:solidFill>
              </a:defRPr>
            </a:lvl2pPr>
            <a:lvl3pPr>
              <a:defRPr>
                <a:solidFill>
                  <a:schemeClr val="lt1"/>
                </a:solidFill>
              </a:defRPr>
            </a:lvl3pPr>
            <a:lvl4pPr>
              <a:defRPr>
                <a:solidFill>
                  <a:schemeClr val="lt1"/>
                </a:solidFill>
              </a:defRPr>
            </a:lvl4pPr>
            <a:lvl5pPr>
              <a:defRPr>
                <a:solidFill>
                  <a:schemeClr val="lt1"/>
                </a:solidFill>
              </a:defRPr>
            </a:lvl5pPr>
            <a:lvl6pPr>
              <a:defRPr>
                <a:solidFill>
                  <a:schemeClr val="lt1"/>
                </a:solidFill>
              </a:defRPr>
            </a:lvl6pPr>
            <a:lvl7pPr>
              <a:defRPr>
                <a:solidFill>
                  <a:schemeClr val="lt1"/>
                </a:solidFill>
              </a:defRPr>
            </a:lvl7pPr>
            <a:lvl8pPr>
              <a:defRPr>
                <a:solidFill>
                  <a:schemeClr val="lt1"/>
                </a:solidFill>
              </a:defRPr>
            </a:lvl8pPr>
            <a:lvl9pPr>
              <a:defRPr>
                <a:solidFill>
                  <a:schemeClr val="lt1"/>
                </a:solidFill>
              </a:defRPr>
            </a:lvl9pPr>
          </a:lstStyle>
          <a:p>
            <a:pPr marL="0" marR="0" lvl="0" indent="0" algn="ctr" defTabSz="914400" rtl="0" eaLnBrk="1" fontAlgn="auto" latinLnBrk="0" hangingPunct="1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zh-CN" altLang="en-US" sz="700" dirty="0">
                <a:solidFill>
                  <a:srgbClr val="000000"/>
                </a:solidFill>
                <a:latin typeface="Graphik"/>
              </a:rPr>
              <a:t>打印</a:t>
            </a:r>
            <a:endParaRPr lang="en-US" altLang="zh-CN" sz="700" dirty="0">
              <a:solidFill>
                <a:srgbClr val="000000"/>
              </a:solidFill>
              <a:latin typeface="Graphik"/>
            </a:endParaRPr>
          </a:p>
          <a:p>
            <a:pPr marL="0" marR="0" lvl="0" indent="0" algn="ctr" defTabSz="914400" rtl="0" eaLnBrk="1" fontAlgn="auto" latinLnBrk="0" hangingPunct="1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zh-CN" altLang="en-US" sz="700" dirty="0">
                <a:solidFill>
                  <a:srgbClr val="000000"/>
                </a:solidFill>
                <a:latin typeface="Graphik"/>
              </a:rPr>
              <a:t>小票</a:t>
            </a:r>
            <a:endParaRPr kumimoji="0" lang="en-US" sz="700" b="0" i="0" u="none" strike="noStrike" kern="120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Graphik"/>
              <a:ea typeface="+mn-ea"/>
              <a:cs typeface="+mn-cs"/>
            </a:endParaRPr>
          </a:p>
        </p:txBody>
      </p:sp>
      <p:cxnSp>
        <p:nvCxnSpPr>
          <p:cNvPr id="55" name="Straight Connector 91">
            <a:extLst>
              <a:ext uri="{FF2B5EF4-FFF2-40B4-BE49-F238E27FC236}">
                <a16:creationId xmlns:a16="http://schemas.microsoft.com/office/drawing/2014/main" id="{36CC92BE-7085-93BE-BA12-BFE7F1D08723}"/>
              </a:ext>
            </a:extLst>
          </p:cNvPr>
          <p:cNvCxnSpPr>
            <a:cxnSpLocks/>
          </p:cNvCxnSpPr>
          <p:nvPr/>
        </p:nvCxnSpPr>
        <p:spPr>
          <a:xfrm flipH="1">
            <a:off x="1379417" y="3285946"/>
            <a:ext cx="565621" cy="0"/>
          </a:xfrm>
          <a:prstGeom prst="line">
            <a:avLst/>
          </a:prstGeom>
          <a:ln w="12700">
            <a:solidFill>
              <a:schemeClr val="tx1"/>
            </a:solidFill>
            <a:headEnd type="triangle" w="med" len="med"/>
            <a:tailEnd type="non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56" name="TextBox 159">
            <a:extLst>
              <a:ext uri="{FF2B5EF4-FFF2-40B4-BE49-F238E27FC236}">
                <a16:creationId xmlns:a16="http://schemas.microsoft.com/office/drawing/2014/main" id="{341E38BD-18FE-CF31-2693-93F3726EAE86}"/>
              </a:ext>
            </a:extLst>
          </p:cNvPr>
          <p:cNvSpPr txBox="1"/>
          <p:nvPr/>
        </p:nvSpPr>
        <p:spPr>
          <a:xfrm>
            <a:off x="1443273" y="3195880"/>
            <a:ext cx="379232" cy="180132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36000" tIns="36000" rIns="36000" bIns="36000" rtlCol="0" anchor="ctr"/>
          <a:lstStyle>
            <a:defPPr>
              <a:defRPr lang="en-US"/>
            </a:defPPr>
            <a:lvl1pPr algn="ctr">
              <a:lnSpc>
                <a:spcPct val="90000"/>
              </a:lnSpc>
              <a:defRPr sz="1000">
                <a:solidFill>
                  <a:schemeClr val="accent1"/>
                </a:solidFill>
              </a:defRPr>
            </a:lvl1pPr>
            <a:lvl2pPr>
              <a:defRPr>
                <a:solidFill>
                  <a:schemeClr val="lt1"/>
                </a:solidFill>
              </a:defRPr>
            </a:lvl2pPr>
            <a:lvl3pPr>
              <a:defRPr>
                <a:solidFill>
                  <a:schemeClr val="lt1"/>
                </a:solidFill>
              </a:defRPr>
            </a:lvl3pPr>
            <a:lvl4pPr>
              <a:defRPr>
                <a:solidFill>
                  <a:schemeClr val="lt1"/>
                </a:solidFill>
              </a:defRPr>
            </a:lvl4pPr>
            <a:lvl5pPr>
              <a:defRPr>
                <a:solidFill>
                  <a:schemeClr val="lt1"/>
                </a:solidFill>
              </a:defRPr>
            </a:lvl5pPr>
            <a:lvl6pPr>
              <a:defRPr>
                <a:solidFill>
                  <a:schemeClr val="lt1"/>
                </a:solidFill>
              </a:defRPr>
            </a:lvl6pPr>
            <a:lvl7pPr>
              <a:defRPr>
                <a:solidFill>
                  <a:schemeClr val="lt1"/>
                </a:solidFill>
              </a:defRPr>
            </a:lvl7pPr>
            <a:lvl8pPr>
              <a:defRPr>
                <a:solidFill>
                  <a:schemeClr val="lt1"/>
                </a:solidFill>
              </a:defRPr>
            </a:lvl8pPr>
            <a:lvl9pPr>
              <a:defRPr>
                <a:solidFill>
                  <a:schemeClr val="lt1"/>
                </a:solidFill>
              </a:defRPr>
            </a:lvl9pPr>
          </a:lstStyle>
          <a:p>
            <a:pPr marL="0" marR="0" lvl="0" indent="0" algn="ctr" defTabSz="914400" rtl="0" eaLnBrk="1" fontAlgn="auto" latinLnBrk="0" hangingPunct="1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zh-CN" altLang="en-US" sz="700" dirty="0">
                <a:solidFill>
                  <a:srgbClr val="000000"/>
                </a:solidFill>
                <a:latin typeface="Graphik"/>
              </a:rPr>
              <a:t>支付</a:t>
            </a:r>
            <a:endParaRPr lang="en-US" altLang="zh-CN" sz="700" dirty="0">
              <a:solidFill>
                <a:srgbClr val="000000"/>
              </a:solidFill>
              <a:latin typeface="Graphik"/>
            </a:endParaRPr>
          </a:p>
        </p:txBody>
      </p:sp>
      <p:cxnSp>
        <p:nvCxnSpPr>
          <p:cNvPr id="65" name="Straight Connector 91">
            <a:extLst>
              <a:ext uri="{FF2B5EF4-FFF2-40B4-BE49-F238E27FC236}">
                <a16:creationId xmlns:a16="http://schemas.microsoft.com/office/drawing/2014/main" id="{E9F9A03C-70F9-1C97-8E68-9FAC1821EF92}"/>
              </a:ext>
            </a:extLst>
          </p:cNvPr>
          <p:cNvCxnSpPr>
            <a:cxnSpLocks/>
          </p:cNvCxnSpPr>
          <p:nvPr/>
        </p:nvCxnSpPr>
        <p:spPr>
          <a:xfrm>
            <a:off x="3236091" y="4235374"/>
            <a:ext cx="0" cy="338540"/>
          </a:xfrm>
          <a:prstGeom prst="line">
            <a:avLst/>
          </a:prstGeom>
          <a:ln w="12700">
            <a:solidFill>
              <a:schemeClr val="tx1"/>
            </a:solidFill>
            <a:headEnd type="triangle" w="med" len="med"/>
            <a:tailEnd type="non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67" name="TextBox 98">
            <a:extLst>
              <a:ext uri="{FF2B5EF4-FFF2-40B4-BE49-F238E27FC236}">
                <a16:creationId xmlns:a16="http://schemas.microsoft.com/office/drawing/2014/main" id="{6DC7A201-73DF-CD23-B360-92B4C0A4E6F8}"/>
              </a:ext>
            </a:extLst>
          </p:cNvPr>
          <p:cNvSpPr txBox="1"/>
          <p:nvPr/>
        </p:nvSpPr>
        <p:spPr>
          <a:xfrm>
            <a:off x="2931846" y="4349541"/>
            <a:ext cx="608490" cy="190043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36000" rIns="0" bIns="36000" rtlCol="0" anchor="ctr"/>
          <a:lstStyle>
            <a:defPPr>
              <a:defRPr lang="en-US"/>
            </a:defPPr>
            <a:lvl1pPr algn="ctr">
              <a:lnSpc>
                <a:spcPct val="90000"/>
              </a:lnSpc>
              <a:defRPr sz="1000">
                <a:solidFill>
                  <a:schemeClr val="accent1"/>
                </a:solidFill>
              </a:defRPr>
            </a:lvl1pPr>
            <a:lvl2pPr>
              <a:defRPr>
                <a:solidFill>
                  <a:schemeClr val="lt1"/>
                </a:solidFill>
              </a:defRPr>
            </a:lvl2pPr>
            <a:lvl3pPr>
              <a:defRPr>
                <a:solidFill>
                  <a:schemeClr val="lt1"/>
                </a:solidFill>
              </a:defRPr>
            </a:lvl3pPr>
            <a:lvl4pPr>
              <a:defRPr>
                <a:solidFill>
                  <a:schemeClr val="lt1"/>
                </a:solidFill>
              </a:defRPr>
            </a:lvl4pPr>
            <a:lvl5pPr>
              <a:defRPr>
                <a:solidFill>
                  <a:schemeClr val="lt1"/>
                </a:solidFill>
              </a:defRPr>
            </a:lvl5pPr>
            <a:lvl6pPr>
              <a:defRPr>
                <a:solidFill>
                  <a:schemeClr val="lt1"/>
                </a:solidFill>
              </a:defRPr>
            </a:lvl6pPr>
            <a:lvl7pPr>
              <a:defRPr>
                <a:solidFill>
                  <a:schemeClr val="lt1"/>
                </a:solidFill>
              </a:defRPr>
            </a:lvl7pPr>
            <a:lvl8pPr>
              <a:defRPr>
                <a:solidFill>
                  <a:schemeClr val="lt1"/>
                </a:solidFill>
              </a:defRPr>
            </a:lvl8pPr>
            <a:lvl9pPr>
              <a:defRPr>
                <a:solidFill>
                  <a:schemeClr val="lt1"/>
                </a:solidFill>
              </a:defRPr>
            </a:lvl9pPr>
          </a:lstStyle>
          <a:p>
            <a:pPr marL="0" marR="0" lvl="0" indent="0" algn="ctr" defTabSz="914400" rtl="0" eaLnBrk="1" fontAlgn="auto" latinLnBrk="0" hangingPunct="1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zh-CN" altLang="en-US" sz="700" dirty="0">
                <a:solidFill>
                  <a:srgbClr val="000000"/>
                </a:solidFill>
                <a:latin typeface="Graphik"/>
              </a:rPr>
              <a:t>限价同步</a:t>
            </a:r>
            <a:endParaRPr lang="en-US" sz="700" dirty="0">
              <a:solidFill>
                <a:srgbClr val="000000"/>
              </a:solidFill>
              <a:latin typeface="Graphik"/>
            </a:endParaRPr>
          </a:p>
        </p:txBody>
      </p:sp>
      <p:sp>
        <p:nvSpPr>
          <p:cNvPr id="68" name="Rectangle 62">
            <a:extLst>
              <a:ext uri="{FF2B5EF4-FFF2-40B4-BE49-F238E27FC236}">
                <a16:creationId xmlns:a16="http://schemas.microsoft.com/office/drawing/2014/main" id="{398DE020-309F-BEA7-47E1-642357791476}"/>
              </a:ext>
            </a:extLst>
          </p:cNvPr>
          <p:cNvSpPr/>
          <p:nvPr/>
        </p:nvSpPr>
        <p:spPr>
          <a:xfrm>
            <a:off x="7631991" y="3529914"/>
            <a:ext cx="894437" cy="537365"/>
          </a:xfrm>
          <a:prstGeom prst="rect">
            <a:avLst/>
          </a:prstGeom>
          <a:solidFill>
            <a:srgbClr val="F2F2F2"/>
          </a:solidFill>
          <a:ln>
            <a:solidFill>
              <a:schemeClr val="bg2"/>
            </a:solidFill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zh-CN" altLang="en-US" sz="1400" b="1" dirty="0">
                <a:solidFill>
                  <a:schemeClr val="tx1"/>
                </a:solidFill>
                <a:latin typeface="Graphik"/>
                <a:ea typeface="等线" panose="02010600030101010101" pitchFamily="2" charset="-122"/>
              </a:rPr>
              <a:t>微信</a:t>
            </a:r>
            <a:endParaRPr lang="en-US" altLang="zh-CN" sz="1400" b="1" dirty="0">
              <a:solidFill>
                <a:schemeClr val="tx1"/>
              </a:solidFill>
              <a:latin typeface="Graphik"/>
              <a:ea typeface="等线" panose="02010600030101010101" pitchFamily="2" charset="-122"/>
            </a:endParaRPr>
          </a:p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zh-CN" altLang="en-US" sz="1400" b="1" dirty="0">
                <a:solidFill>
                  <a:schemeClr val="tx1"/>
                </a:solidFill>
                <a:latin typeface="Graphik"/>
                <a:ea typeface="等线" panose="02010600030101010101" pitchFamily="2" charset="-122"/>
              </a:rPr>
              <a:t>优惠券</a:t>
            </a:r>
            <a:endParaRPr kumimoji="0" lang="en-US" sz="1400" b="1" i="0" u="none" strike="noStrike" kern="1200" cap="none" spc="0" normalizeH="0" baseline="0" noProof="0" dirty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Graphik"/>
              <a:ea typeface="等线" panose="02010600030101010101" pitchFamily="2" charset="-122"/>
              <a:cs typeface="+mn-cs"/>
            </a:endParaRPr>
          </a:p>
        </p:txBody>
      </p:sp>
      <p:cxnSp>
        <p:nvCxnSpPr>
          <p:cNvPr id="69" name="Straight Connector 91">
            <a:extLst>
              <a:ext uri="{FF2B5EF4-FFF2-40B4-BE49-F238E27FC236}">
                <a16:creationId xmlns:a16="http://schemas.microsoft.com/office/drawing/2014/main" id="{827A3F83-9450-9351-7673-F2191BA54137}"/>
              </a:ext>
            </a:extLst>
          </p:cNvPr>
          <p:cNvCxnSpPr>
            <a:cxnSpLocks/>
          </p:cNvCxnSpPr>
          <p:nvPr/>
        </p:nvCxnSpPr>
        <p:spPr>
          <a:xfrm flipV="1">
            <a:off x="6988175" y="3800408"/>
            <a:ext cx="571500" cy="1"/>
          </a:xfrm>
          <a:prstGeom prst="line">
            <a:avLst/>
          </a:prstGeom>
          <a:ln w="12700">
            <a:solidFill>
              <a:schemeClr val="tx1"/>
            </a:solidFill>
            <a:headEnd type="triangle" w="med" len="med"/>
            <a:tailEnd type="non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70" name="TextBox 159">
            <a:extLst>
              <a:ext uri="{FF2B5EF4-FFF2-40B4-BE49-F238E27FC236}">
                <a16:creationId xmlns:a16="http://schemas.microsoft.com/office/drawing/2014/main" id="{6F35B324-2374-5857-E529-88D65CB6283C}"/>
              </a:ext>
            </a:extLst>
          </p:cNvPr>
          <p:cNvSpPr txBox="1"/>
          <p:nvPr/>
        </p:nvSpPr>
        <p:spPr>
          <a:xfrm>
            <a:off x="7132552" y="3727189"/>
            <a:ext cx="379232" cy="180132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36000" tIns="36000" rIns="36000" bIns="36000" rtlCol="0" anchor="ctr"/>
          <a:lstStyle>
            <a:defPPr>
              <a:defRPr lang="en-US"/>
            </a:defPPr>
            <a:lvl1pPr algn="ctr">
              <a:lnSpc>
                <a:spcPct val="90000"/>
              </a:lnSpc>
              <a:defRPr sz="1000">
                <a:solidFill>
                  <a:schemeClr val="accent1"/>
                </a:solidFill>
              </a:defRPr>
            </a:lvl1pPr>
            <a:lvl2pPr>
              <a:defRPr>
                <a:solidFill>
                  <a:schemeClr val="lt1"/>
                </a:solidFill>
              </a:defRPr>
            </a:lvl2pPr>
            <a:lvl3pPr>
              <a:defRPr>
                <a:solidFill>
                  <a:schemeClr val="lt1"/>
                </a:solidFill>
              </a:defRPr>
            </a:lvl3pPr>
            <a:lvl4pPr>
              <a:defRPr>
                <a:solidFill>
                  <a:schemeClr val="lt1"/>
                </a:solidFill>
              </a:defRPr>
            </a:lvl4pPr>
            <a:lvl5pPr>
              <a:defRPr>
                <a:solidFill>
                  <a:schemeClr val="lt1"/>
                </a:solidFill>
              </a:defRPr>
            </a:lvl5pPr>
            <a:lvl6pPr>
              <a:defRPr>
                <a:solidFill>
                  <a:schemeClr val="lt1"/>
                </a:solidFill>
              </a:defRPr>
            </a:lvl6pPr>
            <a:lvl7pPr>
              <a:defRPr>
                <a:solidFill>
                  <a:schemeClr val="lt1"/>
                </a:solidFill>
              </a:defRPr>
            </a:lvl7pPr>
            <a:lvl8pPr>
              <a:defRPr>
                <a:solidFill>
                  <a:schemeClr val="lt1"/>
                </a:solidFill>
              </a:defRPr>
            </a:lvl8pPr>
            <a:lvl9pPr>
              <a:defRPr>
                <a:solidFill>
                  <a:schemeClr val="lt1"/>
                </a:solidFill>
              </a:defRPr>
            </a:lvl9pPr>
          </a:lstStyle>
          <a:p>
            <a:pPr marL="0" marR="0" lvl="0" indent="0" algn="ctr" defTabSz="914400" rtl="0" eaLnBrk="1" fontAlgn="auto" latinLnBrk="0" hangingPunct="1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zh-CN" altLang="en-US" sz="700" dirty="0">
                <a:solidFill>
                  <a:srgbClr val="000000"/>
                </a:solidFill>
                <a:latin typeface="Graphik"/>
              </a:rPr>
              <a:t>同步</a:t>
            </a:r>
            <a:endParaRPr lang="en-US" altLang="zh-CN" sz="700" dirty="0">
              <a:solidFill>
                <a:srgbClr val="000000"/>
              </a:solidFill>
              <a:latin typeface="Graphik"/>
            </a:endParaRPr>
          </a:p>
          <a:p>
            <a:pPr marL="0" marR="0" lvl="0" indent="0" algn="ctr" defTabSz="914400" rtl="0" eaLnBrk="1" fontAlgn="auto" latinLnBrk="0" hangingPunct="1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zh-CN" altLang="en-US" sz="700" dirty="0">
                <a:solidFill>
                  <a:srgbClr val="000000"/>
                </a:solidFill>
                <a:latin typeface="Graphik"/>
              </a:rPr>
              <a:t>优惠券</a:t>
            </a:r>
            <a:endParaRPr lang="en-US" altLang="zh-CN" sz="700" dirty="0">
              <a:solidFill>
                <a:srgbClr val="000000"/>
              </a:solidFill>
              <a:latin typeface="Graphik"/>
            </a:endParaRPr>
          </a:p>
        </p:txBody>
      </p:sp>
      <p:cxnSp>
        <p:nvCxnSpPr>
          <p:cNvPr id="78" name="Straight Connector 91">
            <a:extLst>
              <a:ext uri="{FF2B5EF4-FFF2-40B4-BE49-F238E27FC236}">
                <a16:creationId xmlns:a16="http://schemas.microsoft.com/office/drawing/2014/main" id="{A9765495-9C73-B4EA-BFCE-11DBE1598008}"/>
              </a:ext>
            </a:extLst>
          </p:cNvPr>
          <p:cNvCxnSpPr>
            <a:cxnSpLocks/>
          </p:cNvCxnSpPr>
          <p:nvPr/>
        </p:nvCxnSpPr>
        <p:spPr>
          <a:xfrm flipH="1">
            <a:off x="5411592" y="1926793"/>
            <a:ext cx="5154" cy="323050"/>
          </a:xfrm>
          <a:prstGeom prst="line">
            <a:avLst/>
          </a:prstGeom>
          <a:ln w="12700">
            <a:solidFill>
              <a:schemeClr val="tx1"/>
            </a:solidFill>
            <a:headEnd type="triangle" w="med" len="med"/>
            <a:tailEnd type="non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80" name="TextBox 159">
            <a:extLst>
              <a:ext uri="{FF2B5EF4-FFF2-40B4-BE49-F238E27FC236}">
                <a16:creationId xmlns:a16="http://schemas.microsoft.com/office/drawing/2014/main" id="{61072C18-BA6A-C8CE-BF1C-5E09F1C2685B}"/>
              </a:ext>
            </a:extLst>
          </p:cNvPr>
          <p:cNvSpPr txBox="1"/>
          <p:nvPr/>
        </p:nvSpPr>
        <p:spPr>
          <a:xfrm>
            <a:off x="5085966" y="2069891"/>
            <a:ext cx="661560" cy="112862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36000" tIns="36000" rIns="36000" bIns="36000" rtlCol="0" anchor="ctr"/>
          <a:lstStyle>
            <a:defPPr>
              <a:defRPr lang="en-US"/>
            </a:defPPr>
            <a:lvl1pPr algn="ctr">
              <a:lnSpc>
                <a:spcPct val="90000"/>
              </a:lnSpc>
              <a:defRPr sz="1000">
                <a:solidFill>
                  <a:schemeClr val="accent1"/>
                </a:solidFill>
              </a:defRPr>
            </a:lvl1pPr>
            <a:lvl2pPr>
              <a:defRPr>
                <a:solidFill>
                  <a:schemeClr val="lt1"/>
                </a:solidFill>
              </a:defRPr>
            </a:lvl2pPr>
            <a:lvl3pPr>
              <a:defRPr>
                <a:solidFill>
                  <a:schemeClr val="lt1"/>
                </a:solidFill>
              </a:defRPr>
            </a:lvl3pPr>
            <a:lvl4pPr>
              <a:defRPr>
                <a:solidFill>
                  <a:schemeClr val="lt1"/>
                </a:solidFill>
              </a:defRPr>
            </a:lvl4pPr>
            <a:lvl5pPr>
              <a:defRPr>
                <a:solidFill>
                  <a:schemeClr val="lt1"/>
                </a:solidFill>
              </a:defRPr>
            </a:lvl5pPr>
            <a:lvl6pPr>
              <a:defRPr>
                <a:solidFill>
                  <a:schemeClr val="lt1"/>
                </a:solidFill>
              </a:defRPr>
            </a:lvl6pPr>
            <a:lvl7pPr>
              <a:defRPr>
                <a:solidFill>
                  <a:schemeClr val="lt1"/>
                </a:solidFill>
              </a:defRPr>
            </a:lvl7pPr>
            <a:lvl8pPr>
              <a:defRPr>
                <a:solidFill>
                  <a:schemeClr val="lt1"/>
                </a:solidFill>
              </a:defRPr>
            </a:lvl8pPr>
            <a:lvl9pPr>
              <a:defRPr>
                <a:solidFill>
                  <a:schemeClr val="lt1"/>
                </a:solidFill>
              </a:defRPr>
            </a:lvl9pPr>
          </a:lstStyle>
          <a:p>
            <a:pPr marL="0" marR="0" lvl="0" indent="0" algn="ctr" defTabSz="914400" rtl="0" eaLnBrk="1" fontAlgn="auto" latinLnBrk="0" hangingPunct="1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zh-CN" altLang="en-US" sz="700" dirty="0">
                <a:solidFill>
                  <a:srgbClr val="000000"/>
                </a:solidFill>
                <a:latin typeface="Graphik"/>
              </a:rPr>
              <a:t>价格同步</a:t>
            </a:r>
            <a:endParaRPr kumimoji="0" lang="en-US" sz="700" b="0" i="0" u="none" strike="noStrike" kern="120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Graphik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3325610459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" name="矩形 21">
            <a:extLst>
              <a:ext uri="{FF2B5EF4-FFF2-40B4-BE49-F238E27FC236}">
                <a16:creationId xmlns:a16="http://schemas.microsoft.com/office/drawing/2014/main" id="{04A8504D-3BE2-9DFA-7035-FD9BEFEAF00A}"/>
              </a:ext>
            </a:extLst>
          </p:cNvPr>
          <p:cNvSpPr/>
          <p:nvPr/>
        </p:nvSpPr>
        <p:spPr>
          <a:xfrm>
            <a:off x="2308074" y="1126542"/>
            <a:ext cx="4056108" cy="532800"/>
          </a:xfrm>
          <a:prstGeom prst="rect">
            <a:avLst/>
          </a:prstGeom>
          <a:solidFill>
            <a:schemeClr val="bg1">
              <a:lumMod val="95000"/>
            </a:schemeClr>
          </a:solidFill>
          <a:ln w="6350">
            <a:solidFill>
              <a:schemeClr val="bg1">
                <a:lumMod val="7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rtlCol="0" anchor="ctr"/>
          <a:lstStyle/>
          <a:p>
            <a:pPr marL="184150" algn="ctr">
              <a:spcBef>
                <a:spcPts val="100"/>
              </a:spcBef>
            </a:pPr>
            <a:endParaRPr lang="en-US" altLang="zh-CN" sz="1100" dirty="0">
              <a:solidFill>
                <a:schemeClr val="tx1"/>
              </a:solidFill>
              <a:latin typeface="阿里巴巴普惠体 R" panose="00020600040101010101" pitchFamily="18" charset="-122"/>
              <a:ea typeface="阿里巴巴普惠体 R" panose="00020600040101010101" pitchFamily="18" charset="-122"/>
              <a:cs typeface="阿里巴巴普惠体 R" panose="00020600040101010101" pitchFamily="18" charset="-122"/>
            </a:endParaRPr>
          </a:p>
        </p:txBody>
      </p:sp>
      <p:sp>
        <p:nvSpPr>
          <p:cNvPr id="24" name="流程 48">
            <a:extLst>
              <a:ext uri="{FF2B5EF4-FFF2-40B4-BE49-F238E27FC236}">
                <a16:creationId xmlns:a16="http://schemas.microsoft.com/office/drawing/2014/main" id="{676680A5-070B-97F3-EDAC-AB7A57AE47E5}"/>
              </a:ext>
            </a:extLst>
          </p:cNvPr>
          <p:cNvSpPr/>
          <p:nvPr/>
        </p:nvSpPr>
        <p:spPr>
          <a:xfrm>
            <a:off x="1160583" y="1736873"/>
            <a:ext cx="1069622" cy="366475"/>
          </a:xfrm>
          <a:prstGeom prst="flowChartProcess">
            <a:avLst/>
          </a:prstGeom>
          <a:solidFill>
            <a:srgbClr val="4472C4"/>
          </a:solidFill>
          <a:ln w="25400" cmpd="thickThin">
            <a:noFill/>
            <a:prstDash val="solid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 anchorCtr="0"/>
          <a:lstStyle/>
          <a:p>
            <a:pPr algn="ctr"/>
            <a:r>
              <a:rPr kumimoji="1" lang="zh-CN" altLang="en-US" sz="1200" b="1" dirty="0">
                <a:solidFill>
                  <a:schemeClr val="bg1"/>
                </a:solidFill>
                <a:latin typeface="阿里巴巴普惠体 B" panose="00020600040101010101" pitchFamily="18" charset="-122"/>
                <a:ea typeface="阿里巴巴普惠体 B" panose="00020600040101010101" pitchFamily="18" charset="-122"/>
                <a:cs typeface="阿里巴巴普惠体 B" panose="00020600040101010101" pitchFamily="18" charset="-122"/>
              </a:rPr>
              <a:t>品牌应用</a:t>
            </a:r>
          </a:p>
        </p:txBody>
      </p:sp>
      <p:sp>
        <p:nvSpPr>
          <p:cNvPr id="25" name="流程 58">
            <a:extLst>
              <a:ext uri="{FF2B5EF4-FFF2-40B4-BE49-F238E27FC236}">
                <a16:creationId xmlns:a16="http://schemas.microsoft.com/office/drawing/2014/main" id="{139F23AB-1EB8-FD7A-A3B8-41D4A2F574EF}"/>
              </a:ext>
            </a:extLst>
          </p:cNvPr>
          <p:cNvSpPr/>
          <p:nvPr/>
        </p:nvSpPr>
        <p:spPr>
          <a:xfrm>
            <a:off x="1160583" y="1126542"/>
            <a:ext cx="1069623" cy="532618"/>
          </a:xfrm>
          <a:prstGeom prst="flowChartProcess">
            <a:avLst/>
          </a:prstGeom>
          <a:solidFill>
            <a:srgbClr val="4472C4"/>
          </a:solidFill>
          <a:ln w="25400" cmpd="thickThin">
            <a:noFill/>
            <a:prstDash val="solid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 anchorCtr="0"/>
          <a:lstStyle/>
          <a:p>
            <a:pPr algn="ctr"/>
            <a:r>
              <a:rPr kumimoji="1" lang="zh-CN" altLang="en-US" sz="1200" b="1" dirty="0">
                <a:solidFill>
                  <a:schemeClr val="bg1"/>
                </a:solidFill>
                <a:latin typeface="阿里巴巴普惠体 B" panose="00020600040101010101" pitchFamily="18" charset="-122"/>
                <a:ea typeface="阿里巴巴普惠体 B" panose="00020600040101010101" pitchFamily="18" charset="-122"/>
                <a:cs typeface="阿里巴巴普惠体 B" panose="00020600040101010101" pitchFamily="18" charset="-122"/>
              </a:rPr>
              <a:t>数字化渠道</a:t>
            </a:r>
          </a:p>
        </p:txBody>
      </p:sp>
      <p:sp>
        <p:nvSpPr>
          <p:cNvPr id="28" name="流程 76">
            <a:extLst>
              <a:ext uri="{FF2B5EF4-FFF2-40B4-BE49-F238E27FC236}">
                <a16:creationId xmlns:a16="http://schemas.microsoft.com/office/drawing/2014/main" id="{8FE242F1-F30B-64B4-FB45-446E6931AD64}"/>
              </a:ext>
            </a:extLst>
          </p:cNvPr>
          <p:cNvSpPr/>
          <p:nvPr/>
        </p:nvSpPr>
        <p:spPr>
          <a:xfrm>
            <a:off x="1160583" y="3754782"/>
            <a:ext cx="1071771" cy="1883118"/>
          </a:xfrm>
          <a:prstGeom prst="flowChartProcess">
            <a:avLst/>
          </a:prstGeom>
          <a:solidFill>
            <a:srgbClr val="4472C4"/>
          </a:solidFill>
          <a:ln w="25400" cmpd="thickThin">
            <a:noFill/>
            <a:prstDash val="solid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 anchorCtr="0"/>
          <a:lstStyle/>
          <a:p>
            <a:pPr algn="ctr"/>
            <a:r>
              <a:rPr kumimoji="1" lang="zh-CN" altLang="en-US" sz="1200" b="1" dirty="0">
                <a:solidFill>
                  <a:schemeClr val="bg1"/>
                </a:solidFill>
                <a:latin typeface="阿里巴巴普惠体 B" panose="00020600040101010101" pitchFamily="18" charset="-122"/>
                <a:ea typeface="阿里巴巴普惠体 B" panose="00020600040101010101" pitchFamily="18" charset="-122"/>
                <a:cs typeface="阿里巴巴普惠体 B" panose="00020600040101010101" pitchFamily="18" charset="-122"/>
              </a:rPr>
              <a:t>业务中心</a:t>
            </a:r>
          </a:p>
        </p:txBody>
      </p:sp>
      <p:sp>
        <p:nvSpPr>
          <p:cNvPr id="42" name="流程 195">
            <a:extLst>
              <a:ext uri="{FF2B5EF4-FFF2-40B4-BE49-F238E27FC236}">
                <a16:creationId xmlns:a16="http://schemas.microsoft.com/office/drawing/2014/main" id="{59820265-FA95-2D14-9BD3-824C56736E8A}"/>
              </a:ext>
            </a:extLst>
          </p:cNvPr>
          <p:cNvSpPr/>
          <p:nvPr/>
        </p:nvSpPr>
        <p:spPr>
          <a:xfrm>
            <a:off x="1164654" y="5715583"/>
            <a:ext cx="1067700" cy="418517"/>
          </a:xfrm>
          <a:prstGeom prst="flowChartProcess">
            <a:avLst/>
          </a:prstGeom>
          <a:solidFill>
            <a:srgbClr val="4472C4"/>
          </a:solidFill>
          <a:ln w="25400" cmpd="thickThin">
            <a:noFill/>
            <a:prstDash val="solid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 anchorCtr="0"/>
          <a:lstStyle/>
          <a:p>
            <a:pPr algn="ctr"/>
            <a:r>
              <a:rPr kumimoji="1" lang="zh-CN" altLang="en-US" sz="1200" b="1" dirty="0">
                <a:solidFill>
                  <a:schemeClr val="bg1"/>
                </a:solidFill>
                <a:latin typeface="阿里巴巴普惠体 B" panose="00020600040101010101" pitchFamily="18" charset="-122"/>
                <a:ea typeface="阿里巴巴普惠体 B" panose="00020600040101010101" pitchFamily="18" charset="-122"/>
                <a:cs typeface="阿里巴巴普惠体 B" panose="00020600040101010101" pitchFamily="18" charset="-122"/>
              </a:rPr>
              <a:t>基础数据</a:t>
            </a:r>
            <a:endParaRPr kumimoji="1" lang="en-US" altLang="zh-CN" sz="1200" b="1" dirty="0">
              <a:solidFill>
                <a:schemeClr val="bg1"/>
              </a:solidFill>
              <a:latin typeface="阿里巴巴普惠体 B" panose="00020600040101010101" pitchFamily="18" charset="-122"/>
              <a:ea typeface="阿里巴巴普惠体 B" panose="00020600040101010101" pitchFamily="18" charset="-122"/>
              <a:cs typeface="阿里巴巴普惠体 B" panose="00020600040101010101" pitchFamily="18" charset="-122"/>
            </a:endParaRPr>
          </a:p>
        </p:txBody>
      </p:sp>
      <p:sp>
        <p:nvSpPr>
          <p:cNvPr id="69" name="矩形 68">
            <a:extLst>
              <a:ext uri="{FF2B5EF4-FFF2-40B4-BE49-F238E27FC236}">
                <a16:creationId xmlns:a16="http://schemas.microsoft.com/office/drawing/2014/main" id="{12141899-8270-379C-2424-529E36DE5FB3}"/>
              </a:ext>
            </a:extLst>
          </p:cNvPr>
          <p:cNvSpPr/>
          <p:nvPr/>
        </p:nvSpPr>
        <p:spPr>
          <a:xfrm>
            <a:off x="2312923" y="1748568"/>
            <a:ext cx="1278731" cy="367200"/>
          </a:xfrm>
          <a:prstGeom prst="rect">
            <a:avLst/>
          </a:prstGeom>
          <a:solidFill>
            <a:srgbClr val="4472C4">
              <a:alpha val="58000"/>
            </a:srgbClr>
          </a:solidFill>
          <a:ln w="6350">
            <a:solidFill>
              <a:schemeClr val="bg1">
                <a:lumMod val="7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rIns="0" rtlCol="0" anchor="ctr" anchorCtr="0"/>
          <a:lstStyle/>
          <a:p>
            <a:pPr algn="ctr"/>
            <a:r>
              <a:rPr kumimoji="1" lang="zh-CN" altLang="en-US" sz="800" dirty="0">
                <a:solidFill>
                  <a:schemeClr val="bg1"/>
                </a:solidFill>
                <a:latin typeface="阿里巴巴普惠体 R" panose="00020600040101010101" pitchFamily="18" charset="-122"/>
                <a:ea typeface="阿里巴巴普惠体 R" panose="00020600040101010101" pitchFamily="18" charset="-122"/>
                <a:cs typeface="阿里巴巴普惠体 R" panose="00020600040101010101" pitchFamily="18" charset="-122"/>
              </a:rPr>
              <a:t>操作后台</a:t>
            </a:r>
            <a:endParaRPr kumimoji="1" lang="en-US" altLang="zh-CN" sz="800" dirty="0">
              <a:solidFill>
                <a:schemeClr val="bg1"/>
              </a:solidFill>
              <a:latin typeface="阿里巴巴普惠体 R" panose="00020600040101010101" pitchFamily="18" charset="-122"/>
              <a:ea typeface="阿里巴巴普惠体 R" panose="00020600040101010101" pitchFamily="18" charset="-122"/>
              <a:cs typeface="阿里巴巴普惠体 R" panose="00020600040101010101" pitchFamily="18" charset="-122"/>
            </a:endParaRPr>
          </a:p>
        </p:txBody>
      </p:sp>
      <p:sp>
        <p:nvSpPr>
          <p:cNvPr id="71" name="矩形 70">
            <a:extLst>
              <a:ext uri="{FF2B5EF4-FFF2-40B4-BE49-F238E27FC236}">
                <a16:creationId xmlns:a16="http://schemas.microsoft.com/office/drawing/2014/main" id="{4F20ED2A-A064-F819-84FC-885429A6BAA2}"/>
              </a:ext>
            </a:extLst>
          </p:cNvPr>
          <p:cNvSpPr/>
          <p:nvPr/>
        </p:nvSpPr>
        <p:spPr>
          <a:xfrm>
            <a:off x="3669523" y="1748568"/>
            <a:ext cx="920919" cy="367200"/>
          </a:xfrm>
          <a:prstGeom prst="rect">
            <a:avLst/>
          </a:prstGeom>
          <a:solidFill>
            <a:srgbClr val="4472C4">
              <a:alpha val="58000"/>
            </a:srgbClr>
          </a:solidFill>
          <a:ln w="6350">
            <a:solidFill>
              <a:schemeClr val="bg1">
                <a:lumMod val="7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rIns="0" rtlCol="0" anchor="ctr" anchorCtr="0"/>
          <a:lstStyle/>
          <a:p>
            <a:pPr algn="ctr"/>
            <a:r>
              <a:rPr kumimoji="1" lang="en-US" altLang="zh-CN" sz="800" dirty="0">
                <a:solidFill>
                  <a:schemeClr val="bg1"/>
                </a:solidFill>
                <a:latin typeface="阿里巴巴普惠体 R" panose="00020600040101010101" pitchFamily="18" charset="-122"/>
                <a:ea typeface="阿里巴巴普惠体 R" panose="00020600040101010101" pitchFamily="18" charset="-122"/>
                <a:cs typeface="阿里巴巴普惠体 R" panose="00020600040101010101" pitchFamily="18" charset="-122"/>
              </a:rPr>
              <a:t>POS</a:t>
            </a:r>
          </a:p>
        </p:txBody>
      </p:sp>
      <p:sp>
        <p:nvSpPr>
          <p:cNvPr id="74" name="矩形 73">
            <a:extLst>
              <a:ext uri="{FF2B5EF4-FFF2-40B4-BE49-F238E27FC236}">
                <a16:creationId xmlns:a16="http://schemas.microsoft.com/office/drawing/2014/main" id="{18939F85-A7E1-6B9E-FAFD-B30D3F64FFEC}"/>
              </a:ext>
            </a:extLst>
          </p:cNvPr>
          <p:cNvSpPr/>
          <p:nvPr/>
        </p:nvSpPr>
        <p:spPr>
          <a:xfrm>
            <a:off x="6449540" y="1743549"/>
            <a:ext cx="2443171" cy="371714"/>
          </a:xfrm>
          <a:prstGeom prst="rect">
            <a:avLst/>
          </a:prstGeom>
          <a:solidFill>
            <a:schemeClr val="bg1">
              <a:lumMod val="95000"/>
            </a:schemeClr>
          </a:solidFill>
          <a:ln w="6350">
            <a:solidFill>
              <a:schemeClr val="bg1">
                <a:lumMod val="7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rtlCol="0" anchor="ctr"/>
          <a:lstStyle/>
          <a:p>
            <a:pPr marL="184150" algn="ctr">
              <a:spcBef>
                <a:spcPts val="100"/>
              </a:spcBef>
            </a:pPr>
            <a:endParaRPr lang="en-US" altLang="zh-CN" sz="1100" dirty="0">
              <a:solidFill>
                <a:schemeClr val="tx1"/>
              </a:solidFill>
              <a:latin typeface="阿里巴巴普惠体 R" panose="00020600040101010101" pitchFamily="18" charset="-122"/>
              <a:ea typeface="阿里巴巴普惠体 R" panose="00020600040101010101" pitchFamily="18" charset="-122"/>
              <a:cs typeface="阿里巴巴普惠体 R" panose="00020600040101010101" pitchFamily="18" charset="-122"/>
            </a:endParaRPr>
          </a:p>
        </p:txBody>
      </p:sp>
      <p:sp>
        <p:nvSpPr>
          <p:cNvPr id="75" name="矩形 74">
            <a:extLst>
              <a:ext uri="{FF2B5EF4-FFF2-40B4-BE49-F238E27FC236}">
                <a16:creationId xmlns:a16="http://schemas.microsoft.com/office/drawing/2014/main" id="{02B24687-DA8E-5351-EC9F-16699E78BAB9}"/>
              </a:ext>
            </a:extLst>
          </p:cNvPr>
          <p:cNvSpPr/>
          <p:nvPr/>
        </p:nvSpPr>
        <p:spPr>
          <a:xfrm>
            <a:off x="6671180" y="1783729"/>
            <a:ext cx="1999891" cy="291354"/>
          </a:xfrm>
          <a:prstGeom prst="rect">
            <a:avLst/>
          </a:prstGeom>
          <a:solidFill>
            <a:srgbClr val="4472C4">
              <a:alpha val="58000"/>
            </a:srgb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algn="ctr"/>
            <a:r>
              <a:rPr kumimoji="1" lang="zh-CN" altLang="en-US" sz="800" dirty="0">
                <a:solidFill>
                  <a:schemeClr val="bg1"/>
                </a:solidFill>
                <a:latin typeface="阿里巴巴普惠体 R" panose="00020600040101010101" pitchFamily="18" charset="-122"/>
                <a:ea typeface="阿里巴巴普惠体 R" panose="00020600040101010101" pitchFamily="18" charset="-122"/>
                <a:cs typeface="阿里巴巴普惠体 R" panose="00020600040101010101" pitchFamily="18" charset="-122"/>
              </a:rPr>
              <a:t>能力对接</a:t>
            </a:r>
            <a:r>
              <a:rPr kumimoji="1" lang="en-US" altLang="zh-CN" sz="800" dirty="0">
                <a:solidFill>
                  <a:schemeClr val="bg1"/>
                </a:solidFill>
                <a:latin typeface="阿里巴巴普惠体 R" panose="00020600040101010101" pitchFamily="18" charset="-122"/>
                <a:ea typeface="阿里巴巴普惠体 R" panose="00020600040101010101" pitchFamily="18" charset="-122"/>
                <a:cs typeface="阿里巴巴普惠体 R" panose="00020600040101010101" pitchFamily="18" charset="-122"/>
              </a:rPr>
              <a:t>(API)</a:t>
            </a:r>
          </a:p>
        </p:txBody>
      </p:sp>
      <p:sp>
        <p:nvSpPr>
          <p:cNvPr id="78" name="流程 93">
            <a:extLst>
              <a:ext uri="{FF2B5EF4-FFF2-40B4-BE49-F238E27FC236}">
                <a16:creationId xmlns:a16="http://schemas.microsoft.com/office/drawing/2014/main" id="{E0887E9A-C3F7-1698-6AFB-B177D83E3569}"/>
              </a:ext>
            </a:extLst>
          </p:cNvPr>
          <p:cNvSpPr/>
          <p:nvPr/>
        </p:nvSpPr>
        <p:spPr>
          <a:xfrm>
            <a:off x="2308074" y="4523647"/>
            <a:ext cx="1516231" cy="713969"/>
          </a:xfrm>
          <a:prstGeom prst="flowChartProcess">
            <a:avLst/>
          </a:prstGeom>
          <a:solidFill>
            <a:schemeClr val="bg1">
              <a:lumMod val="95000"/>
            </a:schemeClr>
          </a:solidFill>
          <a:ln w="6350">
            <a:solidFill>
              <a:schemeClr val="bg1">
                <a:lumMod val="7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rIns="0" rtlCol="0" anchor="t" anchorCtr="0"/>
          <a:lstStyle/>
          <a:p>
            <a:pPr algn="ctr"/>
            <a:r>
              <a:rPr kumimoji="1" lang="zh-CN" altLang="en-US" sz="1000" dirty="0">
                <a:solidFill>
                  <a:schemeClr val="tx1">
                    <a:lumMod val="95000"/>
                    <a:lumOff val="5000"/>
                  </a:schemeClr>
                </a:solidFill>
                <a:latin typeface="阿里巴巴普惠体 R" panose="00020600040101010101" pitchFamily="18" charset="-122"/>
                <a:ea typeface="阿里巴巴普惠体 R" panose="00020600040101010101" pitchFamily="18" charset="-122"/>
                <a:cs typeface="阿里巴巴普惠体 R" panose="00020600040101010101" pitchFamily="18" charset="-122"/>
              </a:rPr>
              <a:t>库存中心</a:t>
            </a:r>
          </a:p>
        </p:txBody>
      </p:sp>
      <p:sp>
        <p:nvSpPr>
          <p:cNvPr id="81" name="矩形 80">
            <a:extLst>
              <a:ext uri="{FF2B5EF4-FFF2-40B4-BE49-F238E27FC236}">
                <a16:creationId xmlns:a16="http://schemas.microsoft.com/office/drawing/2014/main" id="{1FB4D940-4F8F-8AB6-B570-88E0D3E239A4}"/>
              </a:ext>
            </a:extLst>
          </p:cNvPr>
          <p:cNvSpPr/>
          <p:nvPr/>
        </p:nvSpPr>
        <p:spPr>
          <a:xfrm>
            <a:off x="2405499" y="4766750"/>
            <a:ext cx="612000" cy="169450"/>
          </a:xfrm>
          <a:prstGeom prst="rect">
            <a:avLst/>
          </a:prstGeom>
          <a:solidFill>
            <a:srgbClr val="4472C4">
              <a:alpha val="58000"/>
            </a:srgb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algn="ctr"/>
            <a:r>
              <a:rPr kumimoji="1" lang="zh-CN" altLang="en-US" sz="800" dirty="0">
                <a:solidFill>
                  <a:schemeClr val="bg1"/>
                </a:solidFill>
                <a:latin typeface="阿里巴巴普惠体 R" panose="00020600040101010101" pitchFamily="18" charset="-122"/>
                <a:ea typeface="阿里巴巴普惠体 R" panose="00020600040101010101" pitchFamily="18" charset="-122"/>
                <a:cs typeface="阿里巴巴普惠体 R" panose="00020600040101010101" pitchFamily="18" charset="-122"/>
              </a:rPr>
              <a:t>库存查询</a:t>
            </a:r>
            <a:endParaRPr kumimoji="1" lang="en-US" altLang="zh-CN" sz="800" dirty="0">
              <a:solidFill>
                <a:schemeClr val="bg1"/>
              </a:solidFill>
              <a:latin typeface="阿里巴巴普惠体 R" panose="00020600040101010101" pitchFamily="18" charset="-122"/>
              <a:ea typeface="阿里巴巴普惠体 R" panose="00020600040101010101" pitchFamily="18" charset="-122"/>
              <a:cs typeface="阿里巴巴普惠体 R" panose="00020600040101010101" pitchFamily="18" charset="-122"/>
            </a:endParaRPr>
          </a:p>
        </p:txBody>
      </p:sp>
      <p:sp>
        <p:nvSpPr>
          <p:cNvPr id="83" name="矩形 82">
            <a:extLst>
              <a:ext uri="{FF2B5EF4-FFF2-40B4-BE49-F238E27FC236}">
                <a16:creationId xmlns:a16="http://schemas.microsoft.com/office/drawing/2014/main" id="{B7E66EAD-5D66-C74B-16E3-D8D244212085}"/>
              </a:ext>
            </a:extLst>
          </p:cNvPr>
          <p:cNvSpPr/>
          <p:nvPr/>
        </p:nvSpPr>
        <p:spPr>
          <a:xfrm>
            <a:off x="2405498" y="4996975"/>
            <a:ext cx="612000" cy="169450"/>
          </a:xfrm>
          <a:prstGeom prst="rect">
            <a:avLst/>
          </a:prstGeom>
          <a:solidFill>
            <a:srgbClr val="4472C4">
              <a:alpha val="58000"/>
            </a:srgb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algn="ctr"/>
            <a:r>
              <a:rPr kumimoji="1" lang="zh-CN" altLang="en-US" sz="800">
                <a:solidFill>
                  <a:schemeClr val="bg1"/>
                </a:solidFill>
                <a:latin typeface="阿里巴巴普惠体 R" panose="00020600040101010101" pitchFamily="18" charset="-122"/>
                <a:ea typeface="阿里巴巴普惠体 R" panose="00020600040101010101" pitchFamily="18" charset="-122"/>
                <a:cs typeface="阿里巴巴普惠体 R" panose="00020600040101010101" pitchFamily="18" charset="-122"/>
              </a:rPr>
              <a:t>调拨管理</a:t>
            </a:r>
            <a:endParaRPr kumimoji="1" lang="en-US" altLang="zh-CN" sz="800" dirty="0">
              <a:solidFill>
                <a:schemeClr val="bg1"/>
              </a:solidFill>
              <a:latin typeface="阿里巴巴普惠体 R" panose="00020600040101010101" pitchFamily="18" charset="-122"/>
              <a:ea typeface="阿里巴巴普惠体 R" panose="00020600040101010101" pitchFamily="18" charset="-122"/>
              <a:cs typeface="阿里巴巴普惠体 R" panose="00020600040101010101" pitchFamily="18" charset="-122"/>
            </a:endParaRPr>
          </a:p>
        </p:txBody>
      </p:sp>
      <p:sp>
        <p:nvSpPr>
          <p:cNvPr id="84" name="矩形 83">
            <a:extLst>
              <a:ext uri="{FF2B5EF4-FFF2-40B4-BE49-F238E27FC236}">
                <a16:creationId xmlns:a16="http://schemas.microsoft.com/office/drawing/2014/main" id="{4F63E6FC-0F47-FB3A-2DBF-9E8163739C4D}"/>
              </a:ext>
            </a:extLst>
          </p:cNvPr>
          <p:cNvSpPr/>
          <p:nvPr/>
        </p:nvSpPr>
        <p:spPr>
          <a:xfrm>
            <a:off x="3107067" y="4766750"/>
            <a:ext cx="612000" cy="169450"/>
          </a:xfrm>
          <a:prstGeom prst="rect">
            <a:avLst/>
          </a:prstGeom>
          <a:solidFill>
            <a:srgbClr val="4472C4">
              <a:alpha val="58000"/>
            </a:srgb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algn="ctr"/>
            <a:r>
              <a:rPr kumimoji="1" lang="zh-CN" altLang="en-US" sz="800" dirty="0">
                <a:solidFill>
                  <a:schemeClr val="bg1"/>
                </a:solidFill>
                <a:latin typeface="阿里巴巴普惠体 R" panose="00020600040101010101" pitchFamily="18" charset="-122"/>
                <a:ea typeface="阿里巴巴普惠体 R" panose="00020600040101010101" pitchFamily="18" charset="-122"/>
                <a:cs typeface="阿里巴巴普惠体 R" panose="00020600040101010101" pitchFamily="18" charset="-122"/>
              </a:rPr>
              <a:t>库存盘点</a:t>
            </a:r>
            <a:endParaRPr kumimoji="1" lang="en-US" altLang="zh-CN" sz="800" dirty="0">
              <a:solidFill>
                <a:schemeClr val="bg1"/>
              </a:solidFill>
              <a:latin typeface="阿里巴巴普惠体 R" panose="00020600040101010101" pitchFamily="18" charset="-122"/>
              <a:ea typeface="阿里巴巴普惠体 R" panose="00020600040101010101" pitchFamily="18" charset="-122"/>
              <a:cs typeface="阿里巴巴普惠体 R" panose="00020600040101010101" pitchFamily="18" charset="-122"/>
            </a:endParaRPr>
          </a:p>
        </p:txBody>
      </p:sp>
      <p:grpSp>
        <p:nvGrpSpPr>
          <p:cNvPr id="46" name="组合 45">
            <a:extLst>
              <a:ext uri="{FF2B5EF4-FFF2-40B4-BE49-F238E27FC236}">
                <a16:creationId xmlns:a16="http://schemas.microsoft.com/office/drawing/2014/main" id="{D1EED8F5-D304-E424-5F1C-F959C0C0CFD9}"/>
              </a:ext>
            </a:extLst>
          </p:cNvPr>
          <p:cNvGrpSpPr/>
          <p:nvPr/>
        </p:nvGrpSpPr>
        <p:grpSpPr>
          <a:xfrm>
            <a:off x="2308074" y="3754783"/>
            <a:ext cx="1516231" cy="690704"/>
            <a:chOff x="2308074" y="3773456"/>
            <a:chExt cx="1516231" cy="690704"/>
          </a:xfrm>
        </p:grpSpPr>
        <p:sp>
          <p:nvSpPr>
            <p:cNvPr id="86" name="流程 93">
              <a:extLst>
                <a:ext uri="{FF2B5EF4-FFF2-40B4-BE49-F238E27FC236}">
                  <a16:creationId xmlns:a16="http://schemas.microsoft.com/office/drawing/2014/main" id="{74DE1CC9-D201-2DA6-4204-28A77E06FC55}"/>
                </a:ext>
              </a:extLst>
            </p:cNvPr>
            <p:cNvSpPr/>
            <p:nvPr/>
          </p:nvSpPr>
          <p:spPr>
            <a:xfrm>
              <a:off x="2308074" y="3773456"/>
              <a:ext cx="1516231" cy="690704"/>
            </a:xfrm>
            <a:prstGeom prst="flowChartProcess">
              <a:avLst/>
            </a:prstGeom>
            <a:solidFill>
              <a:schemeClr val="bg1">
                <a:lumMod val="95000"/>
              </a:schemeClr>
            </a:solidFill>
            <a:ln w="6350">
              <a:solidFill>
                <a:schemeClr val="bg1">
                  <a:lumMod val="75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0" rIns="0" rtlCol="0" anchor="t" anchorCtr="0"/>
            <a:lstStyle/>
            <a:p>
              <a:pPr algn="ctr"/>
              <a:r>
                <a:rPr kumimoji="1" lang="zh-CN" altLang="en-US" sz="1000" dirty="0">
                  <a:solidFill>
                    <a:schemeClr val="tx1">
                      <a:lumMod val="95000"/>
                      <a:lumOff val="5000"/>
                    </a:schemeClr>
                  </a:solidFill>
                  <a:latin typeface="阿里巴巴普惠体 R" panose="00020600040101010101" pitchFamily="18" charset="-122"/>
                  <a:ea typeface="阿里巴巴普惠体 R" panose="00020600040101010101" pitchFamily="18" charset="-122"/>
                  <a:cs typeface="阿里巴巴普惠体 R" panose="00020600040101010101" pitchFamily="18" charset="-122"/>
                </a:rPr>
                <a:t>用户中心</a:t>
              </a:r>
            </a:p>
          </p:txBody>
        </p:sp>
        <p:sp>
          <p:nvSpPr>
            <p:cNvPr id="88" name="矩形 87">
              <a:extLst>
                <a:ext uri="{FF2B5EF4-FFF2-40B4-BE49-F238E27FC236}">
                  <a16:creationId xmlns:a16="http://schemas.microsoft.com/office/drawing/2014/main" id="{BA8F04BD-1AB4-EEE3-7F37-920FA7FB2A8C}"/>
                </a:ext>
              </a:extLst>
            </p:cNvPr>
            <p:cNvSpPr/>
            <p:nvPr/>
          </p:nvSpPr>
          <p:spPr>
            <a:xfrm>
              <a:off x="2398128" y="4021581"/>
              <a:ext cx="612000" cy="174396"/>
            </a:xfrm>
            <a:prstGeom prst="rect">
              <a:avLst/>
            </a:prstGeom>
            <a:solidFill>
              <a:srgbClr val="4472C4">
                <a:alpha val="58000"/>
              </a:srgb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0" tIns="0" rIns="0" bIns="0" rtlCol="0" anchor="ctr"/>
            <a:lstStyle/>
            <a:p>
              <a:pPr algn="ctr"/>
              <a:r>
                <a:rPr kumimoji="1" lang="zh-CN" altLang="en-US" sz="700" dirty="0">
                  <a:solidFill>
                    <a:schemeClr val="bg1"/>
                  </a:solidFill>
                  <a:latin typeface="阿里巴巴普惠体 R" panose="00020600040101010101" pitchFamily="18" charset="-122"/>
                  <a:ea typeface="阿里巴巴普惠体 R" panose="00020600040101010101" pitchFamily="18" charset="-122"/>
                  <a:cs typeface="阿里巴巴普惠体 R" panose="00020600040101010101" pitchFamily="18" charset="-122"/>
                </a:rPr>
                <a:t>账号管理</a:t>
              </a:r>
              <a:endParaRPr kumimoji="1" lang="en-US" altLang="zh-CN" sz="700" dirty="0">
                <a:solidFill>
                  <a:schemeClr val="bg1"/>
                </a:solidFill>
                <a:latin typeface="阿里巴巴普惠体 R" panose="00020600040101010101" pitchFamily="18" charset="-122"/>
                <a:ea typeface="阿里巴巴普惠体 R" panose="00020600040101010101" pitchFamily="18" charset="-122"/>
                <a:cs typeface="阿里巴巴普惠体 R" panose="00020600040101010101" pitchFamily="18" charset="-122"/>
              </a:endParaRPr>
            </a:p>
          </p:txBody>
        </p:sp>
        <p:sp>
          <p:nvSpPr>
            <p:cNvPr id="89" name="矩形 88">
              <a:extLst>
                <a:ext uri="{FF2B5EF4-FFF2-40B4-BE49-F238E27FC236}">
                  <a16:creationId xmlns:a16="http://schemas.microsoft.com/office/drawing/2014/main" id="{E2DD2B38-85C3-0CC5-03CD-E965C0F24A32}"/>
                </a:ext>
              </a:extLst>
            </p:cNvPr>
            <p:cNvSpPr/>
            <p:nvPr/>
          </p:nvSpPr>
          <p:spPr>
            <a:xfrm>
              <a:off x="3089063" y="4021581"/>
              <a:ext cx="612000" cy="169450"/>
            </a:xfrm>
            <a:prstGeom prst="rect">
              <a:avLst/>
            </a:prstGeom>
            <a:solidFill>
              <a:srgbClr val="4472C4">
                <a:alpha val="58000"/>
              </a:srgb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0" tIns="0" rIns="0" bIns="0" rtlCol="0" anchor="ctr"/>
            <a:lstStyle/>
            <a:p>
              <a:pPr algn="ctr"/>
              <a:r>
                <a:rPr kumimoji="1" lang="zh-CN" altLang="en-US" sz="800" dirty="0">
                  <a:solidFill>
                    <a:schemeClr val="bg1"/>
                  </a:solidFill>
                  <a:latin typeface="阿里巴巴普惠体 R" panose="00020600040101010101" pitchFamily="18" charset="-122"/>
                  <a:ea typeface="阿里巴巴普惠体 R" panose="00020600040101010101" pitchFamily="18" charset="-122"/>
                  <a:cs typeface="阿里巴巴普惠体 R" panose="00020600040101010101" pitchFamily="18" charset="-122"/>
                </a:rPr>
                <a:t>品牌管理</a:t>
              </a:r>
              <a:endParaRPr kumimoji="1" lang="en-US" altLang="zh-CN" sz="800" dirty="0">
                <a:solidFill>
                  <a:schemeClr val="bg1"/>
                </a:solidFill>
                <a:latin typeface="阿里巴巴普惠体 R" panose="00020600040101010101" pitchFamily="18" charset="-122"/>
                <a:ea typeface="阿里巴巴普惠体 R" panose="00020600040101010101" pitchFamily="18" charset="-122"/>
                <a:cs typeface="阿里巴巴普惠体 R" panose="00020600040101010101" pitchFamily="18" charset="-122"/>
              </a:endParaRPr>
            </a:p>
          </p:txBody>
        </p:sp>
        <p:sp>
          <p:nvSpPr>
            <p:cNvPr id="91" name="矩形 90">
              <a:extLst>
                <a:ext uri="{FF2B5EF4-FFF2-40B4-BE49-F238E27FC236}">
                  <a16:creationId xmlns:a16="http://schemas.microsoft.com/office/drawing/2014/main" id="{0CF9B4A1-EEA6-E54F-5C88-0484C8A83F69}"/>
                </a:ext>
              </a:extLst>
            </p:cNvPr>
            <p:cNvSpPr/>
            <p:nvPr/>
          </p:nvSpPr>
          <p:spPr>
            <a:xfrm>
              <a:off x="2398128" y="4264048"/>
              <a:ext cx="612000" cy="169450"/>
            </a:xfrm>
            <a:prstGeom prst="rect">
              <a:avLst/>
            </a:prstGeom>
            <a:solidFill>
              <a:srgbClr val="4472C4">
                <a:alpha val="58000"/>
              </a:srgb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0" tIns="0" rIns="0" bIns="0" rtlCol="0" anchor="ctr"/>
            <a:lstStyle/>
            <a:p>
              <a:pPr algn="ctr"/>
              <a:r>
                <a:rPr kumimoji="1" lang="zh-CN" altLang="en-US" sz="700" dirty="0">
                  <a:solidFill>
                    <a:schemeClr val="bg1"/>
                  </a:solidFill>
                  <a:latin typeface="阿里巴巴普惠体 R" panose="00020600040101010101" pitchFamily="18" charset="-122"/>
                  <a:ea typeface="阿里巴巴普惠体 R" panose="00020600040101010101" pitchFamily="18" charset="-122"/>
                  <a:cs typeface="阿里巴巴普惠体 R" panose="00020600040101010101" pitchFamily="18" charset="-122"/>
                </a:rPr>
                <a:t>业务模块管理</a:t>
              </a:r>
              <a:endParaRPr kumimoji="1" lang="en-US" altLang="zh-CN" sz="700" dirty="0">
                <a:solidFill>
                  <a:schemeClr val="bg1"/>
                </a:solidFill>
                <a:latin typeface="阿里巴巴普惠体 R" panose="00020600040101010101" pitchFamily="18" charset="-122"/>
                <a:ea typeface="阿里巴巴普惠体 R" panose="00020600040101010101" pitchFamily="18" charset="-122"/>
                <a:cs typeface="阿里巴巴普惠体 R" panose="00020600040101010101" pitchFamily="18" charset="-122"/>
              </a:endParaRPr>
            </a:p>
          </p:txBody>
        </p:sp>
        <p:sp>
          <p:nvSpPr>
            <p:cNvPr id="92" name="矩形 91">
              <a:extLst>
                <a:ext uri="{FF2B5EF4-FFF2-40B4-BE49-F238E27FC236}">
                  <a16:creationId xmlns:a16="http://schemas.microsoft.com/office/drawing/2014/main" id="{3B1A7645-4E37-ACC5-F5A2-CD62BAABC9BE}"/>
                </a:ext>
              </a:extLst>
            </p:cNvPr>
            <p:cNvSpPr/>
            <p:nvPr/>
          </p:nvSpPr>
          <p:spPr>
            <a:xfrm>
              <a:off x="3094437" y="4264048"/>
              <a:ext cx="612000" cy="169450"/>
            </a:xfrm>
            <a:prstGeom prst="rect">
              <a:avLst/>
            </a:prstGeom>
            <a:solidFill>
              <a:srgbClr val="4472C4">
                <a:alpha val="58000"/>
              </a:srgb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0" tIns="0" rIns="0" bIns="0" rtlCol="0" anchor="ctr"/>
            <a:lstStyle/>
            <a:p>
              <a:pPr algn="ctr"/>
              <a:r>
                <a:rPr kumimoji="1" lang="en-US" altLang="zh-CN" sz="700" dirty="0">
                  <a:solidFill>
                    <a:schemeClr val="bg1"/>
                  </a:solidFill>
                  <a:latin typeface="阿里巴巴普惠体 R" panose="00020600040101010101" pitchFamily="18" charset="-122"/>
                  <a:ea typeface="阿里巴巴普惠体 R" panose="00020600040101010101" pitchFamily="18" charset="-122"/>
                  <a:cs typeface="阿里巴巴普惠体 R" panose="00020600040101010101" pitchFamily="18" charset="-122"/>
                </a:rPr>
                <a:t>…</a:t>
              </a:r>
            </a:p>
          </p:txBody>
        </p:sp>
      </p:grpSp>
      <p:sp>
        <p:nvSpPr>
          <p:cNvPr id="112" name="流程 93">
            <a:extLst>
              <a:ext uri="{FF2B5EF4-FFF2-40B4-BE49-F238E27FC236}">
                <a16:creationId xmlns:a16="http://schemas.microsoft.com/office/drawing/2014/main" id="{21CE2E11-01A7-A616-C62C-69EB9FE6EA1F}"/>
              </a:ext>
            </a:extLst>
          </p:cNvPr>
          <p:cNvSpPr/>
          <p:nvPr/>
        </p:nvSpPr>
        <p:spPr>
          <a:xfrm>
            <a:off x="6740079" y="3754783"/>
            <a:ext cx="1134732" cy="698407"/>
          </a:xfrm>
          <a:prstGeom prst="flowChartProcess">
            <a:avLst/>
          </a:prstGeom>
          <a:solidFill>
            <a:schemeClr val="bg1">
              <a:lumMod val="95000"/>
            </a:schemeClr>
          </a:solidFill>
          <a:ln w="6350">
            <a:solidFill>
              <a:schemeClr val="bg1">
                <a:lumMod val="7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rIns="0" rtlCol="0" anchor="t" anchorCtr="0"/>
          <a:lstStyle/>
          <a:p>
            <a:pPr algn="ctr"/>
            <a:r>
              <a:rPr kumimoji="1" lang="zh-CN" altLang="en-US" sz="1000" dirty="0">
                <a:solidFill>
                  <a:schemeClr val="tx1">
                    <a:lumMod val="95000"/>
                    <a:lumOff val="5000"/>
                  </a:schemeClr>
                </a:solidFill>
                <a:latin typeface="阿里巴巴普惠体 R" panose="00020600040101010101" pitchFamily="18" charset="-122"/>
                <a:ea typeface="阿里巴巴普惠体 R" panose="00020600040101010101" pitchFamily="18" charset="-122"/>
                <a:cs typeface="阿里巴巴普惠体 R" panose="00020600040101010101" pitchFamily="18" charset="-122"/>
              </a:rPr>
              <a:t>卡券中心</a:t>
            </a:r>
          </a:p>
        </p:txBody>
      </p:sp>
      <p:sp>
        <p:nvSpPr>
          <p:cNvPr id="114" name="矩形 113">
            <a:extLst>
              <a:ext uri="{FF2B5EF4-FFF2-40B4-BE49-F238E27FC236}">
                <a16:creationId xmlns:a16="http://schemas.microsoft.com/office/drawing/2014/main" id="{600B594D-6C7B-FBD1-CD7D-201E544CC89F}"/>
              </a:ext>
            </a:extLst>
          </p:cNvPr>
          <p:cNvSpPr/>
          <p:nvPr/>
        </p:nvSpPr>
        <p:spPr>
          <a:xfrm>
            <a:off x="6988833" y="4014604"/>
            <a:ext cx="638287" cy="169450"/>
          </a:xfrm>
          <a:prstGeom prst="rect">
            <a:avLst/>
          </a:prstGeom>
          <a:solidFill>
            <a:srgbClr val="4472C4">
              <a:alpha val="58000"/>
            </a:srgb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algn="ctr"/>
            <a:r>
              <a:rPr kumimoji="1" lang="zh-CN" altLang="en-US" sz="800" dirty="0">
                <a:solidFill>
                  <a:schemeClr val="bg1"/>
                </a:solidFill>
                <a:latin typeface="阿里巴巴普惠体 R" panose="00020600040101010101" pitchFamily="18" charset="-122"/>
                <a:ea typeface="阿里巴巴普惠体 R" panose="00020600040101010101" pitchFamily="18" charset="-122"/>
                <a:cs typeface="阿里巴巴普惠体 R" panose="00020600040101010101" pitchFamily="18" charset="-122"/>
              </a:rPr>
              <a:t>活动管理</a:t>
            </a:r>
            <a:endParaRPr kumimoji="1" lang="en-US" altLang="zh-CN" sz="800" dirty="0">
              <a:solidFill>
                <a:schemeClr val="bg1"/>
              </a:solidFill>
              <a:latin typeface="阿里巴巴普惠体 R" panose="00020600040101010101" pitchFamily="18" charset="-122"/>
              <a:ea typeface="阿里巴巴普惠体 R" panose="00020600040101010101" pitchFamily="18" charset="-122"/>
              <a:cs typeface="阿里巴巴普惠体 R" panose="00020600040101010101" pitchFamily="18" charset="-122"/>
            </a:endParaRPr>
          </a:p>
        </p:txBody>
      </p:sp>
      <p:sp>
        <p:nvSpPr>
          <p:cNvPr id="117" name="矩形 116">
            <a:extLst>
              <a:ext uri="{FF2B5EF4-FFF2-40B4-BE49-F238E27FC236}">
                <a16:creationId xmlns:a16="http://schemas.microsoft.com/office/drawing/2014/main" id="{2C7F23E6-58EC-235E-9895-9F3CEDE070EC}"/>
              </a:ext>
            </a:extLst>
          </p:cNvPr>
          <p:cNvSpPr/>
          <p:nvPr/>
        </p:nvSpPr>
        <p:spPr>
          <a:xfrm>
            <a:off x="6988833" y="4257071"/>
            <a:ext cx="638287" cy="169450"/>
          </a:xfrm>
          <a:prstGeom prst="rect">
            <a:avLst/>
          </a:prstGeom>
          <a:solidFill>
            <a:srgbClr val="4472C4">
              <a:alpha val="58000"/>
            </a:srgb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algn="ctr"/>
            <a:r>
              <a:rPr kumimoji="1" lang="zh-CN" altLang="en-US" sz="800">
                <a:solidFill>
                  <a:schemeClr val="bg1"/>
                </a:solidFill>
                <a:latin typeface="阿里巴巴普惠体 R" panose="00020600040101010101" pitchFamily="18" charset="-122"/>
                <a:ea typeface="阿里巴巴普惠体 R" panose="00020600040101010101" pitchFamily="18" charset="-122"/>
                <a:cs typeface="阿里巴巴普惠体 R" panose="00020600040101010101" pitchFamily="18" charset="-122"/>
              </a:rPr>
              <a:t>券管理</a:t>
            </a:r>
            <a:endParaRPr kumimoji="1" lang="en-US" altLang="zh-CN" sz="800" dirty="0">
              <a:solidFill>
                <a:schemeClr val="bg1"/>
              </a:solidFill>
              <a:latin typeface="阿里巴巴普惠体 R" panose="00020600040101010101" pitchFamily="18" charset="-122"/>
              <a:ea typeface="阿里巴巴普惠体 R" panose="00020600040101010101" pitchFamily="18" charset="-122"/>
              <a:cs typeface="阿里巴巴普惠体 R" panose="00020600040101010101" pitchFamily="18" charset="-122"/>
            </a:endParaRPr>
          </a:p>
        </p:txBody>
      </p:sp>
      <p:sp>
        <p:nvSpPr>
          <p:cNvPr id="186" name="流程 48">
            <a:extLst>
              <a:ext uri="{FF2B5EF4-FFF2-40B4-BE49-F238E27FC236}">
                <a16:creationId xmlns:a16="http://schemas.microsoft.com/office/drawing/2014/main" id="{AB5E1610-A234-9890-E809-F4D672B36A37}"/>
              </a:ext>
            </a:extLst>
          </p:cNvPr>
          <p:cNvSpPr/>
          <p:nvPr/>
        </p:nvSpPr>
        <p:spPr>
          <a:xfrm>
            <a:off x="1160583" y="2165033"/>
            <a:ext cx="1069622" cy="1512825"/>
          </a:xfrm>
          <a:prstGeom prst="flowChartProcess">
            <a:avLst/>
          </a:prstGeom>
          <a:solidFill>
            <a:srgbClr val="4472C4"/>
          </a:solidFill>
          <a:ln w="25400" cmpd="thickThin">
            <a:noFill/>
            <a:prstDash val="solid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 anchorCtr="0"/>
          <a:lstStyle/>
          <a:p>
            <a:pPr algn="ctr"/>
            <a:r>
              <a:rPr kumimoji="1" lang="zh-CN" altLang="en-US" sz="1200" b="1" dirty="0">
                <a:solidFill>
                  <a:schemeClr val="bg1"/>
                </a:solidFill>
                <a:latin typeface="阿里巴巴普惠体 B" panose="00020600040101010101" pitchFamily="18" charset="-122"/>
                <a:ea typeface="阿里巴巴普惠体 B" panose="00020600040101010101" pitchFamily="18" charset="-122"/>
                <a:cs typeface="阿里巴巴普惠体 B" panose="00020600040101010101" pitchFamily="18" charset="-122"/>
              </a:rPr>
              <a:t>品牌业务</a:t>
            </a:r>
          </a:p>
        </p:txBody>
      </p:sp>
      <p:sp>
        <p:nvSpPr>
          <p:cNvPr id="221" name="流程 93">
            <a:extLst>
              <a:ext uri="{FF2B5EF4-FFF2-40B4-BE49-F238E27FC236}">
                <a16:creationId xmlns:a16="http://schemas.microsoft.com/office/drawing/2014/main" id="{B8123D84-B622-4F7E-0275-2005E780F103}"/>
              </a:ext>
            </a:extLst>
          </p:cNvPr>
          <p:cNvSpPr/>
          <p:nvPr/>
        </p:nvSpPr>
        <p:spPr>
          <a:xfrm>
            <a:off x="6449541" y="2188030"/>
            <a:ext cx="1425551" cy="772482"/>
          </a:xfrm>
          <a:prstGeom prst="flowChartProcess">
            <a:avLst/>
          </a:prstGeom>
          <a:solidFill>
            <a:schemeClr val="bg1">
              <a:lumMod val="95000"/>
            </a:schemeClr>
          </a:solidFill>
          <a:ln w="6350">
            <a:solidFill>
              <a:schemeClr val="bg1">
                <a:lumMod val="7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rIns="0" rtlCol="0" anchor="t" anchorCtr="0"/>
          <a:lstStyle/>
          <a:p>
            <a:pPr algn="ctr"/>
            <a:r>
              <a:rPr kumimoji="1" lang="zh-CN" altLang="en-US" sz="1000" dirty="0">
                <a:solidFill>
                  <a:schemeClr val="tx1">
                    <a:lumMod val="95000"/>
                    <a:lumOff val="5000"/>
                  </a:schemeClr>
                </a:solidFill>
                <a:latin typeface="阿里巴巴普惠体 R" panose="00020600040101010101" pitchFamily="18" charset="-122"/>
                <a:ea typeface="阿里巴巴普惠体 R" panose="00020600040101010101" pitchFamily="18" charset="-122"/>
                <a:cs typeface="阿里巴巴普惠体 R" panose="00020600040101010101" pitchFamily="18" charset="-122"/>
              </a:rPr>
              <a:t>三方端业务层</a:t>
            </a:r>
          </a:p>
        </p:txBody>
      </p:sp>
      <p:sp>
        <p:nvSpPr>
          <p:cNvPr id="222" name="流程 93">
            <a:extLst>
              <a:ext uri="{FF2B5EF4-FFF2-40B4-BE49-F238E27FC236}">
                <a16:creationId xmlns:a16="http://schemas.microsoft.com/office/drawing/2014/main" id="{7495CC33-012A-F010-6134-FF32A55A26AF}"/>
              </a:ext>
            </a:extLst>
          </p:cNvPr>
          <p:cNvSpPr/>
          <p:nvPr/>
        </p:nvSpPr>
        <p:spPr>
          <a:xfrm>
            <a:off x="2308074" y="2188030"/>
            <a:ext cx="4056108" cy="772482"/>
          </a:xfrm>
          <a:prstGeom prst="flowChartProcess">
            <a:avLst/>
          </a:prstGeom>
          <a:solidFill>
            <a:schemeClr val="bg1">
              <a:lumMod val="95000"/>
            </a:schemeClr>
          </a:solidFill>
          <a:ln w="6350">
            <a:solidFill>
              <a:schemeClr val="bg1">
                <a:lumMod val="7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rIns="0" rtlCol="0" anchor="t" anchorCtr="0"/>
          <a:lstStyle/>
          <a:p>
            <a:pPr algn="ctr"/>
            <a:r>
              <a:rPr kumimoji="1" lang="zh-CN" altLang="en-US" sz="1000" dirty="0">
                <a:solidFill>
                  <a:schemeClr val="tx1">
                    <a:lumMod val="95000"/>
                    <a:lumOff val="5000"/>
                  </a:schemeClr>
                </a:solidFill>
                <a:latin typeface="阿里巴巴普惠体 R" panose="00020600040101010101" pitchFamily="18" charset="-122"/>
                <a:ea typeface="阿里巴巴普惠体 R" panose="00020600040101010101" pitchFamily="18" charset="-122"/>
                <a:cs typeface="阿里巴巴普惠体 R" panose="00020600040101010101" pitchFamily="18" charset="-122"/>
              </a:rPr>
              <a:t>门店端业务层</a:t>
            </a:r>
          </a:p>
        </p:txBody>
      </p:sp>
      <p:sp>
        <p:nvSpPr>
          <p:cNvPr id="234" name="矩形 233">
            <a:extLst>
              <a:ext uri="{FF2B5EF4-FFF2-40B4-BE49-F238E27FC236}">
                <a16:creationId xmlns:a16="http://schemas.microsoft.com/office/drawing/2014/main" id="{FB13F304-6E45-4D7F-1D8D-49DED54DAB69}"/>
              </a:ext>
            </a:extLst>
          </p:cNvPr>
          <p:cNvSpPr/>
          <p:nvPr/>
        </p:nvSpPr>
        <p:spPr>
          <a:xfrm>
            <a:off x="2358309" y="2506377"/>
            <a:ext cx="576000" cy="169450"/>
          </a:xfrm>
          <a:prstGeom prst="rect">
            <a:avLst/>
          </a:prstGeom>
          <a:solidFill>
            <a:srgbClr val="4472C4">
              <a:alpha val="58000"/>
            </a:srgb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algn="ctr"/>
            <a:r>
              <a:rPr kumimoji="1" lang="zh-CN" altLang="en-US" sz="800" dirty="0">
                <a:solidFill>
                  <a:schemeClr val="bg1"/>
                </a:solidFill>
                <a:latin typeface="阿里巴巴普惠体 R" panose="00020600040101010101" pitchFamily="18" charset="-122"/>
                <a:ea typeface="阿里巴巴普惠体 R" panose="00020600040101010101" pitchFamily="18" charset="-122"/>
                <a:cs typeface="阿里巴巴普惠体 R" panose="00020600040101010101" pitchFamily="18" charset="-122"/>
              </a:rPr>
              <a:t>销售</a:t>
            </a:r>
            <a:endParaRPr kumimoji="1" lang="en-US" altLang="zh-CN" sz="800" dirty="0">
              <a:solidFill>
                <a:schemeClr val="bg1"/>
              </a:solidFill>
              <a:latin typeface="阿里巴巴普惠体 R" panose="00020600040101010101" pitchFamily="18" charset="-122"/>
              <a:ea typeface="阿里巴巴普惠体 R" panose="00020600040101010101" pitchFamily="18" charset="-122"/>
              <a:cs typeface="阿里巴巴普惠体 R" panose="00020600040101010101" pitchFamily="18" charset="-122"/>
            </a:endParaRPr>
          </a:p>
        </p:txBody>
      </p:sp>
      <p:sp>
        <p:nvSpPr>
          <p:cNvPr id="235" name="矩形 234">
            <a:extLst>
              <a:ext uri="{FF2B5EF4-FFF2-40B4-BE49-F238E27FC236}">
                <a16:creationId xmlns:a16="http://schemas.microsoft.com/office/drawing/2014/main" id="{F321CDBA-060C-DF4D-2848-EA2B4CA94C34}"/>
              </a:ext>
            </a:extLst>
          </p:cNvPr>
          <p:cNvSpPr/>
          <p:nvPr/>
        </p:nvSpPr>
        <p:spPr>
          <a:xfrm>
            <a:off x="3026759" y="2506377"/>
            <a:ext cx="576000" cy="169450"/>
          </a:xfrm>
          <a:prstGeom prst="rect">
            <a:avLst/>
          </a:prstGeom>
          <a:solidFill>
            <a:srgbClr val="4472C4">
              <a:alpha val="58000"/>
            </a:srgb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algn="ctr"/>
            <a:r>
              <a:rPr kumimoji="1" lang="zh-CN" altLang="en-US" sz="800" dirty="0">
                <a:solidFill>
                  <a:schemeClr val="bg1"/>
                </a:solidFill>
                <a:latin typeface="阿里巴巴普惠体 R" panose="00020600040101010101" pitchFamily="18" charset="-122"/>
                <a:ea typeface="阿里巴巴普惠体 R" panose="00020600040101010101" pitchFamily="18" charset="-122"/>
                <a:cs typeface="阿里巴巴普惠体 R" panose="00020600040101010101" pitchFamily="18" charset="-122"/>
              </a:rPr>
              <a:t>盘点</a:t>
            </a:r>
            <a:endParaRPr kumimoji="1" lang="en-US" altLang="zh-CN" sz="800" dirty="0">
              <a:solidFill>
                <a:schemeClr val="bg1"/>
              </a:solidFill>
              <a:latin typeface="阿里巴巴普惠体 R" panose="00020600040101010101" pitchFamily="18" charset="-122"/>
              <a:ea typeface="阿里巴巴普惠体 R" panose="00020600040101010101" pitchFamily="18" charset="-122"/>
              <a:cs typeface="阿里巴巴普惠体 R" panose="00020600040101010101" pitchFamily="18" charset="-122"/>
            </a:endParaRPr>
          </a:p>
        </p:txBody>
      </p:sp>
      <p:sp>
        <p:nvSpPr>
          <p:cNvPr id="236" name="矩形 235">
            <a:extLst>
              <a:ext uri="{FF2B5EF4-FFF2-40B4-BE49-F238E27FC236}">
                <a16:creationId xmlns:a16="http://schemas.microsoft.com/office/drawing/2014/main" id="{D5622725-08A7-12CA-011A-D7512D2132DC}"/>
              </a:ext>
            </a:extLst>
          </p:cNvPr>
          <p:cNvSpPr/>
          <p:nvPr/>
        </p:nvSpPr>
        <p:spPr>
          <a:xfrm>
            <a:off x="3695209" y="2506377"/>
            <a:ext cx="576000" cy="169450"/>
          </a:xfrm>
          <a:prstGeom prst="rect">
            <a:avLst/>
          </a:prstGeom>
          <a:solidFill>
            <a:srgbClr val="4472C4">
              <a:alpha val="58000"/>
            </a:srgb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algn="ctr"/>
            <a:r>
              <a:rPr kumimoji="1" lang="zh-CN" altLang="en-US" sz="800">
                <a:solidFill>
                  <a:schemeClr val="bg1"/>
                </a:solidFill>
                <a:latin typeface="阿里巴巴普惠体 R" panose="00020600040101010101" pitchFamily="18" charset="-122"/>
                <a:ea typeface="阿里巴巴普惠体 R" panose="00020600040101010101" pitchFamily="18" charset="-122"/>
                <a:cs typeface="阿里巴巴普惠体 R" panose="00020600040101010101" pitchFamily="18" charset="-122"/>
              </a:rPr>
              <a:t>退货</a:t>
            </a:r>
            <a:endParaRPr kumimoji="1" lang="en-US" altLang="zh-CN" sz="800" dirty="0">
              <a:solidFill>
                <a:schemeClr val="bg1"/>
              </a:solidFill>
              <a:latin typeface="阿里巴巴普惠体 R" panose="00020600040101010101" pitchFamily="18" charset="-122"/>
              <a:ea typeface="阿里巴巴普惠体 R" panose="00020600040101010101" pitchFamily="18" charset="-122"/>
              <a:cs typeface="阿里巴巴普惠体 R" panose="00020600040101010101" pitchFamily="18" charset="-122"/>
            </a:endParaRPr>
          </a:p>
        </p:txBody>
      </p:sp>
      <p:sp>
        <p:nvSpPr>
          <p:cNvPr id="237" name="矩形 236">
            <a:extLst>
              <a:ext uri="{FF2B5EF4-FFF2-40B4-BE49-F238E27FC236}">
                <a16:creationId xmlns:a16="http://schemas.microsoft.com/office/drawing/2014/main" id="{A674FA94-8F62-B26E-1188-7FB9AE1D697D}"/>
              </a:ext>
            </a:extLst>
          </p:cNvPr>
          <p:cNvSpPr/>
          <p:nvPr/>
        </p:nvSpPr>
        <p:spPr>
          <a:xfrm>
            <a:off x="5700559" y="2506377"/>
            <a:ext cx="576000" cy="169450"/>
          </a:xfrm>
          <a:prstGeom prst="rect">
            <a:avLst/>
          </a:prstGeom>
          <a:solidFill>
            <a:srgbClr val="4472C4">
              <a:alpha val="58000"/>
            </a:srgb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algn="ctr"/>
            <a:r>
              <a:rPr kumimoji="1" lang="zh-CN" altLang="en-US" sz="800" dirty="0">
                <a:solidFill>
                  <a:schemeClr val="bg1"/>
                </a:solidFill>
                <a:latin typeface="阿里巴巴普惠体 R" panose="00020600040101010101" pitchFamily="18" charset="-122"/>
                <a:ea typeface="阿里巴巴普惠体 R" panose="00020600040101010101" pitchFamily="18" charset="-122"/>
                <a:cs typeface="阿里巴巴普惠体 R" panose="00020600040101010101" pitchFamily="18" charset="-122"/>
              </a:rPr>
              <a:t>换货</a:t>
            </a:r>
            <a:endParaRPr kumimoji="1" lang="en-US" altLang="zh-CN" sz="800" dirty="0">
              <a:solidFill>
                <a:schemeClr val="bg1"/>
              </a:solidFill>
              <a:latin typeface="阿里巴巴普惠体 R" panose="00020600040101010101" pitchFamily="18" charset="-122"/>
              <a:ea typeface="阿里巴巴普惠体 R" panose="00020600040101010101" pitchFamily="18" charset="-122"/>
              <a:cs typeface="阿里巴巴普惠体 R" panose="00020600040101010101" pitchFamily="18" charset="-122"/>
            </a:endParaRPr>
          </a:p>
        </p:txBody>
      </p:sp>
      <p:sp>
        <p:nvSpPr>
          <p:cNvPr id="238" name="矩形 237">
            <a:extLst>
              <a:ext uri="{FF2B5EF4-FFF2-40B4-BE49-F238E27FC236}">
                <a16:creationId xmlns:a16="http://schemas.microsoft.com/office/drawing/2014/main" id="{C1EFA779-EC3B-E0DC-72EA-09E541B2B43A}"/>
              </a:ext>
            </a:extLst>
          </p:cNvPr>
          <p:cNvSpPr/>
          <p:nvPr/>
        </p:nvSpPr>
        <p:spPr>
          <a:xfrm>
            <a:off x="2367201" y="2741979"/>
            <a:ext cx="576000" cy="169450"/>
          </a:xfrm>
          <a:prstGeom prst="rect">
            <a:avLst/>
          </a:prstGeom>
          <a:solidFill>
            <a:srgbClr val="4472C4">
              <a:alpha val="58000"/>
            </a:srgb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algn="ctr"/>
            <a:r>
              <a:rPr kumimoji="1" lang="zh-CN" altLang="en-US" sz="800">
                <a:solidFill>
                  <a:schemeClr val="bg1"/>
                </a:solidFill>
                <a:latin typeface="阿里巴巴普惠体 R" panose="00020600040101010101" pitchFamily="18" charset="-122"/>
                <a:ea typeface="阿里巴巴普惠体 R" panose="00020600040101010101" pitchFamily="18" charset="-122"/>
                <a:cs typeface="阿里巴巴普惠体 R" panose="00020600040101010101" pitchFamily="18" charset="-122"/>
              </a:rPr>
              <a:t>调入</a:t>
            </a:r>
            <a:endParaRPr kumimoji="1" lang="en-US" altLang="zh-CN" sz="800" dirty="0">
              <a:solidFill>
                <a:schemeClr val="bg1"/>
              </a:solidFill>
              <a:latin typeface="阿里巴巴普惠体 R" panose="00020600040101010101" pitchFamily="18" charset="-122"/>
              <a:ea typeface="阿里巴巴普惠体 R" panose="00020600040101010101" pitchFamily="18" charset="-122"/>
              <a:cs typeface="阿里巴巴普惠体 R" panose="00020600040101010101" pitchFamily="18" charset="-122"/>
            </a:endParaRPr>
          </a:p>
        </p:txBody>
      </p:sp>
      <p:sp>
        <p:nvSpPr>
          <p:cNvPr id="239" name="矩形 238">
            <a:extLst>
              <a:ext uri="{FF2B5EF4-FFF2-40B4-BE49-F238E27FC236}">
                <a16:creationId xmlns:a16="http://schemas.microsoft.com/office/drawing/2014/main" id="{3E671ADF-6384-E990-416F-87E1C54AE193}"/>
              </a:ext>
            </a:extLst>
          </p:cNvPr>
          <p:cNvSpPr/>
          <p:nvPr/>
        </p:nvSpPr>
        <p:spPr>
          <a:xfrm>
            <a:off x="3032083" y="2741979"/>
            <a:ext cx="576000" cy="169450"/>
          </a:xfrm>
          <a:prstGeom prst="rect">
            <a:avLst/>
          </a:prstGeom>
          <a:solidFill>
            <a:srgbClr val="4472C4">
              <a:alpha val="58000"/>
            </a:srgb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algn="ctr"/>
            <a:r>
              <a:rPr kumimoji="1" lang="zh-CN" altLang="en-US" sz="800">
                <a:solidFill>
                  <a:schemeClr val="bg1"/>
                </a:solidFill>
                <a:latin typeface="阿里巴巴普惠体 R" panose="00020600040101010101" pitchFamily="18" charset="-122"/>
                <a:ea typeface="阿里巴巴普惠体 R" panose="00020600040101010101" pitchFamily="18" charset="-122"/>
                <a:cs typeface="阿里巴巴普惠体 R" panose="00020600040101010101" pitchFamily="18" charset="-122"/>
              </a:rPr>
              <a:t>调出</a:t>
            </a:r>
            <a:endParaRPr kumimoji="1" lang="en-US" altLang="zh-CN" sz="800" dirty="0">
              <a:solidFill>
                <a:schemeClr val="bg1"/>
              </a:solidFill>
              <a:latin typeface="阿里巴巴普惠体 R" panose="00020600040101010101" pitchFamily="18" charset="-122"/>
              <a:ea typeface="阿里巴巴普惠体 R" panose="00020600040101010101" pitchFamily="18" charset="-122"/>
              <a:cs typeface="阿里巴巴普惠体 R" panose="00020600040101010101" pitchFamily="18" charset="-122"/>
            </a:endParaRPr>
          </a:p>
        </p:txBody>
      </p:sp>
      <p:sp>
        <p:nvSpPr>
          <p:cNvPr id="240" name="矩形 239">
            <a:extLst>
              <a:ext uri="{FF2B5EF4-FFF2-40B4-BE49-F238E27FC236}">
                <a16:creationId xmlns:a16="http://schemas.microsoft.com/office/drawing/2014/main" id="{B8F691CA-2BBA-8C09-E9FB-3668AB3EF576}"/>
              </a:ext>
            </a:extLst>
          </p:cNvPr>
          <p:cNvSpPr/>
          <p:nvPr/>
        </p:nvSpPr>
        <p:spPr>
          <a:xfrm>
            <a:off x="4363659" y="2506377"/>
            <a:ext cx="576000" cy="169450"/>
          </a:xfrm>
          <a:prstGeom prst="rect">
            <a:avLst/>
          </a:prstGeom>
          <a:solidFill>
            <a:srgbClr val="4472C4">
              <a:alpha val="58000"/>
            </a:srgb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algn="ctr"/>
            <a:r>
              <a:rPr kumimoji="1" lang="zh-CN" altLang="en-US" sz="800" dirty="0">
                <a:solidFill>
                  <a:schemeClr val="bg1"/>
                </a:solidFill>
                <a:latin typeface="阿里巴巴普惠体 R" panose="00020600040101010101" pitchFamily="18" charset="-122"/>
                <a:ea typeface="阿里巴巴普惠体 R" panose="00020600040101010101" pitchFamily="18" charset="-122"/>
                <a:cs typeface="阿里巴巴普惠体 R" panose="00020600040101010101" pitchFamily="18" charset="-122"/>
              </a:rPr>
              <a:t>折扣申请</a:t>
            </a:r>
            <a:endParaRPr kumimoji="1" lang="en-US" altLang="zh-CN" sz="800" dirty="0">
              <a:solidFill>
                <a:schemeClr val="bg1"/>
              </a:solidFill>
              <a:latin typeface="阿里巴巴普惠体 R" panose="00020600040101010101" pitchFamily="18" charset="-122"/>
              <a:ea typeface="阿里巴巴普惠体 R" panose="00020600040101010101" pitchFamily="18" charset="-122"/>
              <a:cs typeface="阿里巴巴普惠体 R" panose="00020600040101010101" pitchFamily="18" charset="-122"/>
            </a:endParaRPr>
          </a:p>
        </p:txBody>
      </p:sp>
      <p:sp>
        <p:nvSpPr>
          <p:cNvPr id="241" name="矩形 240">
            <a:extLst>
              <a:ext uri="{FF2B5EF4-FFF2-40B4-BE49-F238E27FC236}">
                <a16:creationId xmlns:a16="http://schemas.microsoft.com/office/drawing/2014/main" id="{44D6E921-6CFE-456D-636C-603BE108D170}"/>
              </a:ext>
            </a:extLst>
          </p:cNvPr>
          <p:cNvSpPr/>
          <p:nvPr/>
        </p:nvSpPr>
        <p:spPr>
          <a:xfrm>
            <a:off x="3696965" y="2741979"/>
            <a:ext cx="576000" cy="169450"/>
          </a:xfrm>
          <a:prstGeom prst="rect">
            <a:avLst/>
          </a:prstGeom>
          <a:solidFill>
            <a:srgbClr val="4472C4">
              <a:alpha val="58000"/>
            </a:srgb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algn="ctr"/>
            <a:r>
              <a:rPr kumimoji="1" lang="zh-CN" altLang="en-US" sz="800">
                <a:solidFill>
                  <a:schemeClr val="bg1"/>
                </a:solidFill>
                <a:latin typeface="阿里巴巴普惠体 R" panose="00020600040101010101" pitchFamily="18" charset="-122"/>
                <a:ea typeface="阿里巴巴普惠体 R" panose="00020600040101010101" pitchFamily="18" charset="-122"/>
                <a:cs typeface="阿里巴巴普惠体 R" panose="00020600040101010101" pitchFamily="18" charset="-122"/>
              </a:rPr>
              <a:t>开票</a:t>
            </a:r>
            <a:endParaRPr kumimoji="1" lang="en-US" altLang="zh-CN" sz="800" dirty="0">
              <a:solidFill>
                <a:schemeClr val="bg1"/>
              </a:solidFill>
              <a:latin typeface="阿里巴巴普惠体 R" panose="00020600040101010101" pitchFamily="18" charset="-122"/>
              <a:ea typeface="阿里巴巴普惠体 R" panose="00020600040101010101" pitchFamily="18" charset="-122"/>
              <a:cs typeface="阿里巴巴普惠体 R" panose="00020600040101010101" pitchFamily="18" charset="-122"/>
            </a:endParaRPr>
          </a:p>
        </p:txBody>
      </p:sp>
      <p:sp>
        <p:nvSpPr>
          <p:cNvPr id="242" name="矩形 241">
            <a:extLst>
              <a:ext uri="{FF2B5EF4-FFF2-40B4-BE49-F238E27FC236}">
                <a16:creationId xmlns:a16="http://schemas.microsoft.com/office/drawing/2014/main" id="{A051E63F-1549-6C1F-9FDE-053472EE7A40}"/>
              </a:ext>
            </a:extLst>
          </p:cNvPr>
          <p:cNvSpPr/>
          <p:nvPr/>
        </p:nvSpPr>
        <p:spPr>
          <a:xfrm>
            <a:off x="5032109" y="2506377"/>
            <a:ext cx="576000" cy="169450"/>
          </a:xfrm>
          <a:prstGeom prst="rect">
            <a:avLst/>
          </a:prstGeom>
          <a:solidFill>
            <a:srgbClr val="4472C4">
              <a:alpha val="58000"/>
            </a:srgb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algn="ctr"/>
            <a:r>
              <a:rPr kumimoji="1" lang="zh-CN" altLang="en-US" sz="800" dirty="0">
                <a:solidFill>
                  <a:schemeClr val="bg1"/>
                </a:solidFill>
                <a:latin typeface="阿里巴巴普惠体 R" panose="00020600040101010101" pitchFamily="18" charset="-122"/>
                <a:ea typeface="阿里巴巴普惠体 R" panose="00020600040101010101" pitchFamily="18" charset="-122"/>
                <a:cs typeface="阿里巴巴普惠体 R" panose="00020600040101010101" pitchFamily="18" charset="-122"/>
              </a:rPr>
              <a:t>发券</a:t>
            </a:r>
            <a:endParaRPr kumimoji="1" lang="en-US" altLang="zh-CN" sz="800" dirty="0">
              <a:solidFill>
                <a:schemeClr val="bg1"/>
              </a:solidFill>
              <a:latin typeface="阿里巴巴普惠体 R" panose="00020600040101010101" pitchFamily="18" charset="-122"/>
              <a:ea typeface="阿里巴巴普惠体 R" panose="00020600040101010101" pitchFamily="18" charset="-122"/>
              <a:cs typeface="阿里巴巴普惠体 R" panose="00020600040101010101" pitchFamily="18" charset="-122"/>
            </a:endParaRPr>
          </a:p>
        </p:txBody>
      </p:sp>
      <p:sp>
        <p:nvSpPr>
          <p:cNvPr id="243" name="矩形 242">
            <a:extLst>
              <a:ext uri="{FF2B5EF4-FFF2-40B4-BE49-F238E27FC236}">
                <a16:creationId xmlns:a16="http://schemas.microsoft.com/office/drawing/2014/main" id="{99DD86E5-9732-A0C3-C87F-C88F52A89660}"/>
              </a:ext>
            </a:extLst>
          </p:cNvPr>
          <p:cNvSpPr/>
          <p:nvPr/>
        </p:nvSpPr>
        <p:spPr>
          <a:xfrm>
            <a:off x="4361847" y="2741979"/>
            <a:ext cx="576000" cy="169450"/>
          </a:xfrm>
          <a:prstGeom prst="rect">
            <a:avLst/>
          </a:prstGeom>
          <a:solidFill>
            <a:srgbClr val="4472C4">
              <a:alpha val="58000"/>
            </a:srgb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algn="ctr"/>
            <a:r>
              <a:rPr kumimoji="1" lang="zh-CN" altLang="en-US" sz="800" dirty="0">
                <a:solidFill>
                  <a:schemeClr val="bg1"/>
                </a:solidFill>
                <a:latin typeface="阿里巴巴普惠体 R" panose="00020600040101010101" pitchFamily="18" charset="-122"/>
                <a:ea typeface="阿里巴巴普惠体 R" panose="00020600040101010101" pitchFamily="18" charset="-122"/>
                <a:cs typeface="阿里巴巴普惠体 R" panose="00020600040101010101" pitchFamily="18" charset="-122"/>
              </a:rPr>
              <a:t>查询</a:t>
            </a:r>
            <a:endParaRPr kumimoji="1" lang="en-US" altLang="zh-CN" sz="800" dirty="0">
              <a:solidFill>
                <a:schemeClr val="bg1"/>
              </a:solidFill>
              <a:latin typeface="阿里巴巴普惠体 R" panose="00020600040101010101" pitchFamily="18" charset="-122"/>
              <a:ea typeface="阿里巴巴普惠体 R" panose="00020600040101010101" pitchFamily="18" charset="-122"/>
              <a:cs typeface="阿里巴巴普惠体 R" panose="00020600040101010101" pitchFamily="18" charset="-122"/>
            </a:endParaRPr>
          </a:p>
        </p:txBody>
      </p:sp>
      <p:sp>
        <p:nvSpPr>
          <p:cNvPr id="244" name="矩形 243">
            <a:extLst>
              <a:ext uri="{FF2B5EF4-FFF2-40B4-BE49-F238E27FC236}">
                <a16:creationId xmlns:a16="http://schemas.microsoft.com/office/drawing/2014/main" id="{346858B6-A122-AA04-1837-13268C228CE2}"/>
              </a:ext>
            </a:extLst>
          </p:cNvPr>
          <p:cNvSpPr/>
          <p:nvPr/>
        </p:nvSpPr>
        <p:spPr>
          <a:xfrm>
            <a:off x="6546674" y="2492585"/>
            <a:ext cx="576000" cy="169450"/>
          </a:xfrm>
          <a:prstGeom prst="rect">
            <a:avLst/>
          </a:prstGeom>
          <a:solidFill>
            <a:srgbClr val="4472C4">
              <a:alpha val="58000"/>
            </a:srgb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algn="ctr"/>
            <a:r>
              <a:rPr kumimoji="1" lang="zh-CN" altLang="en-US" sz="800">
                <a:solidFill>
                  <a:schemeClr val="bg1"/>
                </a:solidFill>
                <a:latin typeface="阿里巴巴普惠体 R" panose="00020600040101010101" pitchFamily="18" charset="-122"/>
                <a:ea typeface="阿里巴巴普惠体 R" panose="00020600040101010101" pitchFamily="18" charset="-122"/>
                <a:cs typeface="阿里巴巴普惠体 R" panose="00020600040101010101" pitchFamily="18" charset="-122"/>
              </a:rPr>
              <a:t>退货</a:t>
            </a:r>
            <a:endParaRPr kumimoji="1" lang="en-US" altLang="zh-CN" sz="800" dirty="0">
              <a:solidFill>
                <a:schemeClr val="bg1"/>
              </a:solidFill>
              <a:latin typeface="阿里巴巴普惠体 R" panose="00020600040101010101" pitchFamily="18" charset="-122"/>
              <a:ea typeface="阿里巴巴普惠体 R" panose="00020600040101010101" pitchFamily="18" charset="-122"/>
              <a:cs typeface="阿里巴巴普惠体 R" panose="00020600040101010101" pitchFamily="18" charset="-122"/>
            </a:endParaRPr>
          </a:p>
        </p:txBody>
      </p:sp>
      <p:sp>
        <p:nvSpPr>
          <p:cNvPr id="245" name="矩形 244">
            <a:extLst>
              <a:ext uri="{FF2B5EF4-FFF2-40B4-BE49-F238E27FC236}">
                <a16:creationId xmlns:a16="http://schemas.microsoft.com/office/drawing/2014/main" id="{CDC519A5-DEE2-C3E0-31D0-04EA28D57D6A}"/>
              </a:ext>
            </a:extLst>
          </p:cNvPr>
          <p:cNvSpPr/>
          <p:nvPr/>
        </p:nvSpPr>
        <p:spPr>
          <a:xfrm>
            <a:off x="7221122" y="2490539"/>
            <a:ext cx="576000" cy="169450"/>
          </a:xfrm>
          <a:prstGeom prst="rect">
            <a:avLst/>
          </a:prstGeom>
          <a:solidFill>
            <a:srgbClr val="4472C4">
              <a:alpha val="58000"/>
            </a:srgb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algn="ctr"/>
            <a:r>
              <a:rPr kumimoji="1" lang="zh-CN" altLang="en-US" sz="800" dirty="0">
                <a:solidFill>
                  <a:schemeClr val="bg1"/>
                </a:solidFill>
                <a:latin typeface="阿里巴巴普惠体 R" panose="00020600040101010101" pitchFamily="18" charset="-122"/>
                <a:ea typeface="阿里巴巴普惠体 R" panose="00020600040101010101" pitchFamily="18" charset="-122"/>
                <a:cs typeface="阿里巴巴普惠体 R" panose="00020600040101010101" pitchFamily="18" charset="-122"/>
              </a:rPr>
              <a:t>换货</a:t>
            </a:r>
            <a:endParaRPr kumimoji="1" lang="en-US" altLang="zh-CN" sz="800" dirty="0">
              <a:solidFill>
                <a:schemeClr val="bg1"/>
              </a:solidFill>
              <a:latin typeface="阿里巴巴普惠体 R" panose="00020600040101010101" pitchFamily="18" charset="-122"/>
              <a:ea typeface="阿里巴巴普惠体 R" panose="00020600040101010101" pitchFamily="18" charset="-122"/>
              <a:cs typeface="阿里巴巴普惠体 R" panose="00020600040101010101" pitchFamily="18" charset="-122"/>
            </a:endParaRPr>
          </a:p>
        </p:txBody>
      </p:sp>
      <p:sp>
        <p:nvSpPr>
          <p:cNvPr id="246" name="矩形 245">
            <a:extLst>
              <a:ext uri="{FF2B5EF4-FFF2-40B4-BE49-F238E27FC236}">
                <a16:creationId xmlns:a16="http://schemas.microsoft.com/office/drawing/2014/main" id="{4262FBC7-0584-0EC2-4EE5-3D7D4A76A413}"/>
              </a:ext>
            </a:extLst>
          </p:cNvPr>
          <p:cNvSpPr/>
          <p:nvPr/>
        </p:nvSpPr>
        <p:spPr>
          <a:xfrm>
            <a:off x="6546674" y="2723789"/>
            <a:ext cx="576000" cy="169450"/>
          </a:xfrm>
          <a:prstGeom prst="rect">
            <a:avLst/>
          </a:prstGeom>
          <a:solidFill>
            <a:srgbClr val="4472C4">
              <a:alpha val="58000"/>
            </a:srgb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algn="ctr"/>
            <a:r>
              <a:rPr kumimoji="1" lang="zh-CN" altLang="en-US" sz="800">
                <a:solidFill>
                  <a:schemeClr val="bg1"/>
                </a:solidFill>
                <a:latin typeface="阿里巴巴普惠体 R" panose="00020600040101010101" pitchFamily="18" charset="-122"/>
                <a:ea typeface="阿里巴巴普惠体 R" panose="00020600040101010101" pitchFamily="18" charset="-122"/>
                <a:cs typeface="阿里巴巴普惠体 R" panose="00020600040101010101" pitchFamily="18" charset="-122"/>
              </a:rPr>
              <a:t>开票</a:t>
            </a:r>
            <a:endParaRPr kumimoji="1" lang="en-US" altLang="zh-CN" sz="800" dirty="0">
              <a:solidFill>
                <a:schemeClr val="bg1"/>
              </a:solidFill>
              <a:latin typeface="阿里巴巴普惠体 R" panose="00020600040101010101" pitchFamily="18" charset="-122"/>
              <a:ea typeface="阿里巴巴普惠体 R" panose="00020600040101010101" pitchFamily="18" charset="-122"/>
              <a:cs typeface="阿里巴巴普惠体 R" panose="00020600040101010101" pitchFamily="18" charset="-122"/>
            </a:endParaRPr>
          </a:p>
        </p:txBody>
      </p:sp>
      <p:sp>
        <p:nvSpPr>
          <p:cNvPr id="247" name="矩形 246">
            <a:extLst>
              <a:ext uri="{FF2B5EF4-FFF2-40B4-BE49-F238E27FC236}">
                <a16:creationId xmlns:a16="http://schemas.microsoft.com/office/drawing/2014/main" id="{CCA2F245-AFA7-D204-E75E-70CE97A2D3A3}"/>
              </a:ext>
            </a:extLst>
          </p:cNvPr>
          <p:cNvSpPr/>
          <p:nvPr/>
        </p:nvSpPr>
        <p:spPr>
          <a:xfrm>
            <a:off x="7220390" y="2727916"/>
            <a:ext cx="576000" cy="169450"/>
          </a:xfrm>
          <a:prstGeom prst="rect">
            <a:avLst/>
          </a:prstGeom>
          <a:solidFill>
            <a:srgbClr val="4472C4">
              <a:alpha val="58000"/>
            </a:srgb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algn="ctr"/>
            <a:r>
              <a:rPr kumimoji="1" lang="zh-CN" altLang="en-US" sz="800" dirty="0">
                <a:solidFill>
                  <a:schemeClr val="bg1"/>
                </a:solidFill>
                <a:latin typeface="阿里巴巴普惠体 R" panose="00020600040101010101" pitchFamily="18" charset="-122"/>
                <a:ea typeface="阿里巴巴普惠体 R" panose="00020600040101010101" pitchFamily="18" charset="-122"/>
                <a:cs typeface="阿里巴巴普惠体 R" panose="00020600040101010101" pitchFamily="18" charset="-122"/>
              </a:rPr>
              <a:t>查询</a:t>
            </a:r>
            <a:endParaRPr kumimoji="1" lang="en-US" altLang="zh-CN" sz="800" dirty="0">
              <a:solidFill>
                <a:schemeClr val="bg1"/>
              </a:solidFill>
              <a:latin typeface="阿里巴巴普惠体 R" panose="00020600040101010101" pitchFamily="18" charset="-122"/>
              <a:ea typeface="阿里巴巴普惠体 R" panose="00020600040101010101" pitchFamily="18" charset="-122"/>
              <a:cs typeface="阿里巴巴普惠体 R" panose="00020600040101010101" pitchFamily="18" charset="-122"/>
            </a:endParaRPr>
          </a:p>
        </p:txBody>
      </p:sp>
      <p:sp>
        <p:nvSpPr>
          <p:cNvPr id="254" name="Rounded Rectangle 158">
            <a:extLst>
              <a:ext uri="{FF2B5EF4-FFF2-40B4-BE49-F238E27FC236}">
                <a16:creationId xmlns:a16="http://schemas.microsoft.com/office/drawing/2014/main" id="{4E6BB4BE-6EDB-2B6F-128E-E720A7D21CAD}"/>
              </a:ext>
            </a:extLst>
          </p:cNvPr>
          <p:cNvSpPr/>
          <p:nvPr/>
        </p:nvSpPr>
        <p:spPr>
          <a:xfrm>
            <a:off x="7965825" y="2199725"/>
            <a:ext cx="931735" cy="3453416"/>
          </a:xfrm>
          <a:prstGeom prst="roundRect">
            <a:avLst>
              <a:gd name="adj" fmla="val 0"/>
            </a:avLst>
          </a:prstGeom>
          <a:solidFill>
            <a:schemeClr val="bg1">
              <a:lumMod val="95000"/>
            </a:schemeClr>
          </a:solidFill>
          <a:ln w="6350">
            <a:solidFill>
              <a:schemeClr val="bg1">
                <a:lumMod val="7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108000" rtlCol="0" anchor="t" anchorCtr="0"/>
          <a:lstStyle/>
          <a:p>
            <a:pPr marL="184150" algn="ctr">
              <a:spcBef>
                <a:spcPts val="800"/>
              </a:spcBef>
            </a:pPr>
            <a:r>
              <a:rPr lang="zh-CN" altLang="en-US" sz="1000" dirty="0">
                <a:solidFill>
                  <a:schemeClr val="tx1"/>
                </a:solidFill>
                <a:latin typeface="阿里巴巴普惠体 R" panose="00020600040101010101" pitchFamily="18" charset="-122"/>
                <a:ea typeface="阿里巴巴普惠体 R" panose="00020600040101010101" pitchFamily="18" charset="-122"/>
                <a:cs typeface="阿里巴巴普惠体 R" panose="00020600040101010101" pitchFamily="18" charset="-122"/>
              </a:rPr>
              <a:t>待办提醒</a:t>
            </a:r>
          </a:p>
        </p:txBody>
      </p:sp>
      <p:sp>
        <p:nvSpPr>
          <p:cNvPr id="264" name="矩形 263">
            <a:extLst>
              <a:ext uri="{FF2B5EF4-FFF2-40B4-BE49-F238E27FC236}">
                <a16:creationId xmlns:a16="http://schemas.microsoft.com/office/drawing/2014/main" id="{83AD4ABB-10E4-FCD5-F42E-401D19320EAC}"/>
              </a:ext>
            </a:extLst>
          </p:cNvPr>
          <p:cNvSpPr/>
          <p:nvPr/>
        </p:nvSpPr>
        <p:spPr>
          <a:xfrm>
            <a:off x="8016269" y="2598707"/>
            <a:ext cx="830847" cy="328062"/>
          </a:xfrm>
          <a:prstGeom prst="rect">
            <a:avLst/>
          </a:prstGeom>
          <a:solidFill>
            <a:srgbClr val="4472C4">
              <a:alpha val="58000"/>
            </a:srgb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algn="ctr"/>
            <a:r>
              <a:rPr kumimoji="1" lang="zh-CN" altLang="en-US" sz="800" dirty="0">
                <a:solidFill>
                  <a:schemeClr val="bg1"/>
                </a:solidFill>
                <a:latin typeface="阿里巴巴普惠体 R" panose="00020600040101010101" pitchFamily="18" charset="-122"/>
                <a:ea typeface="阿里巴巴普惠体 R" panose="00020600040101010101" pitchFamily="18" charset="-122"/>
                <a:cs typeface="阿里巴巴普惠体 R" panose="00020600040101010101" pitchFamily="18" charset="-122"/>
              </a:rPr>
              <a:t>未结单</a:t>
            </a:r>
          </a:p>
        </p:txBody>
      </p:sp>
      <p:sp>
        <p:nvSpPr>
          <p:cNvPr id="271" name="矩形 270">
            <a:extLst>
              <a:ext uri="{FF2B5EF4-FFF2-40B4-BE49-F238E27FC236}">
                <a16:creationId xmlns:a16="http://schemas.microsoft.com/office/drawing/2014/main" id="{891A1823-C045-0D5C-0409-2030164F07A1}"/>
              </a:ext>
            </a:extLst>
          </p:cNvPr>
          <p:cNvSpPr/>
          <p:nvPr/>
        </p:nvSpPr>
        <p:spPr>
          <a:xfrm>
            <a:off x="8016269" y="2969401"/>
            <a:ext cx="830847" cy="328062"/>
          </a:xfrm>
          <a:prstGeom prst="rect">
            <a:avLst/>
          </a:prstGeom>
          <a:solidFill>
            <a:srgbClr val="4472C4">
              <a:alpha val="58000"/>
            </a:srgb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algn="ctr"/>
            <a:r>
              <a:rPr kumimoji="1" lang="zh-CN" altLang="en-US" sz="800" dirty="0">
                <a:solidFill>
                  <a:schemeClr val="bg1"/>
                </a:solidFill>
                <a:latin typeface="阿里巴巴普惠体 R" panose="00020600040101010101" pitchFamily="18" charset="-122"/>
                <a:ea typeface="阿里巴巴普惠体 R" panose="00020600040101010101" pitchFamily="18" charset="-122"/>
                <a:cs typeface="阿里巴巴普惠体 R" panose="00020600040101010101" pitchFamily="18" charset="-122"/>
              </a:rPr>
              <a:t>未出库</a:t>
            </a:r>
            <a:endParaRPr kumimoji="1" lang="en-US" altLang="zh-CN" sz="800" dirty="0">
              <a:solidFill>
                <a:schemeClr val="bg1"/>
              </a:solidFill>
              <a:latin typeface="阿里巴巴普惠体 R" panose="00020600040101010101" pitchFamily="18" charset="-122"/>
              <a:ea typeface="阿里巴巴普惠体 R" panose="00020600040101010101" pitchFamily="18" charset="-122"/>
              <a:cs typeface="阿里巴巴普惠体 R" panose="00020600040101010101" pitchFamily="18" charset="-122"/>
            </a:endParaRPr>
          </a:p>
        </p:txBody>
      </p:sp>
      <p:sp>
        <p:nvSpPr>
          <p:cNvPr id="272" name="矩形 271">
            <a:extLst>
              <a:ext uri="{FF2B5EF4-FFF2-40B4-BE49-F238E27FC236}">
                <a16:creationId xmlns:a16="http://schemas.microsoft.com/office/drawing/2014/main" id="{10A71240-23F9-4D22-5BAB-B93AB9B4DE1D}"/>
              </a:ext>
            </a:extLst>
          </p:cNvPr>
          <p:cNvSpPr/>
          <p:nvPr/>
        </p:nvSpPr>
        <p:spPr>
          <a:xfrm>
            <a:off x="8016269" y="3340094"/>
            <a:ext cx="830847" cy="328062"/>
          </a:xfrm>
          <a:prstGeom prst="rect">
            <a:avLst/>
          </a:prstGeom>
          <a:solidFill>
            <a:srgbClr val="4472C4">
              <a:alpha val="58000"/>
            </a:srgb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algn="ctr"/>
            <a:r>
              <a:rPr kumimoji="1" lang="zh-CN" altLang="en-US" sz="800" dirty="0">
                <a:solidFill>
                  <a:schemeClr val="bg1"/>
                </a:solidFill>
                <a:latin typeface="阿里巴巴普惠体 R" panose="00020600040101010101" pitchFamily="18" charset="-122"/>
                <a:ea typeface="阿里巴巴普惠体 R" panose="00020600040101010101" pitchFamily="18" charset="-122"/>
                <a:cs typeface="阿里巴巴普惠体 R" panose="00020600040101010101" pitchFamily="18" charset="-122"/>
              </a:rPr>
              <a:t>未入库</a:t>
            </a:r>
          </a:p>
        </p:txBody>
      </p:sp>
      <p:sp>
        <p:nvSpPr>
          <p:cNvPr id="273" name="矩形 272">
            <a:extLst>
              <a:ext uri="{FF2B5EF4-FFF2-40B4-BE49-F238E27FC236}">
                <a16:creationId xmlns:a16="http://schemas.microsoft.com/office/drawing/2014/main" id="{1948E023-1757-3666-4548-99A19AA78354}"/>
              </a:ext>
            </a:extLst>
          </p:cNvPr>
          <p:cNvSpPr/>
          <p:nvPr/>
        </p:nvSpPr>
        <p:spPr>
          <a:xfrm>
            <a:off x="8016269" y="3710788"/>
            <a:ext cx="830847" cy="328062"/>
          </a:xfrm>
          <a:prstGeom prst="rect">
            <a:avLst/>
          </a:prstGeom>
          <a:solidFill>
            <a:srgbClr val="4472C4">
              <a:alpha val="58000"/>
            </a:srgb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algn="ctr"/>
            <a:r>
              <a:rPr kumimoji="1" lang="zh-CN" altLang="en-US" sz="800" dirty="0">
                <a:solidFill>
                  <a:schemeClr val="bg1"/>
                </a:solidFill>
                <a:latin typeface="阿里巴巴普惠体 R" panose="00020600040101010101" pitchFamily="18" charset="-122"/>
                <a:ea typeface="阿里巴巴普惠体 R" panose="00020600040101010101" pitchFamily="18" charset="-122"/>
                <a:cs typeface="阿里巴巴普惠体 R" panose="00020600040101010101" pitchFamily="18" charset="-122"/>
              </a:rPr>
              <a:t>折扣审批</a:t>
            </a:r>
            <a:endParaRPr kumimoji="1" lang="en-US" altLang="zh-CN" sz="800" dirty="0">
              <a:solidFill>
                <a:schemeClr val="bg1"/>
              </a:solidFill>
              <a:latin typeface="阿里巴巴普惠体 R" panose="00020600040101010101" pitchFamily="18" charset="-122"/>
              <a:ea typeface="阿里巴巴普惠体 R" panose="00020600040101010101" pitchFamily="18" charset="-122"/>
              <a:cs typeface="阿里巴巴普惠体 R" panose="00020600040101010101" pitchFamily="18" charset="-122"/>
            </a:endParaRPr>
          </a:p>
        </p:txBody>
      </p:sp>
      <p:sp>
        <p:nvSpPr>
          <p:cNvPr id="274" name="矩形 273">
            <a:extLst>
              <a:ext uri="{FF2B5EF4-FFF2-40B4-BE49-F238E27FC236}">
                <a16:creationId xmlns:a16="http://schemas.microsoft.com/office/drawing/2014/main" id="{7028C993-3687-7BBA-9478-980B1E2F5BCB}"/>
              </a:ext>
            </a:extLst>
          </p:cNvPr>
          <p:cNvSpPr/>
          <p:nvPr/>
        </p:nvSpPr>
        <p:spPr>
          <a:xfrm>
            <a:off x="8016269" y="4081482"/>
            <a:ext cx="830847" cy="328062"/>
          </a:xfrm>
          <a:prstGeom prst="rect">
            <a:avLst/>
          </a:prstGeom>
          <a:solidFill>
            <a:srgbClr val="4472C4">
              <a:alpha val="58000"/>
            </a:srgb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algn="ctr"/>
            <a:r>
              <a:rPr kumimoji="1" lang="zh-CN" altLang="en-US" sz="800" dirty="0">
                <a:solidFill>
                  <a:schemeClr val="bg1"/>
                </a:solidFill>
                <a:latin typeface="阿里巴巴普惠体 R" panose="00020600040101010101" pitchFamily="18" charset="-122"/>
                <a:ea typeface="阿里巴巴普惠体 R" panose="00020600040101010101" pitchFamily="18" charset="-122"/>
                <a:cs typeface="阿里巴巴普惠体 R" panose="00020600040101010101" pitchFamily="18" charset="-122"/>
              </a:rPr>
              <a:t>调拨审批</a:t>
            </a:r>
            <a:endParaRPr kumimoji="1" lang="en-US" altLang="zh-CN" sz="800" dirty="0">
              <a:solidFill>
                <a:schemeClr val="bg1"/>
              </a:solidFill>
              <a:latin typeface="阿里巴巴普惠体 R" panose="00020600040101010101" pitchFamily="18" charset="-122"/>
              <a:ea typeface="阿里巴巴普惠体 R" panose="00020600040101010101" pitchFamily="18" charset="-122"/>
              <a:cs typeface="阿里巴巴普惠体 R" panose="00020600040101010101" pitchFamily="18" charset="-122"/>
            </a:endParaRPr>
          </a:p>
        </p:txBody>
      </p:sp>
      <p:sp>
        <p:nvSpPr>
          <p:cNvPr id="275" name="矩形 274">
            <a:extLst>
              <a:ext uri="{FF2B5EF4-FFF2-40B4-BE49-F238E27FC236}">
                <a16:creationId xmlns:a16="http://schemas.microsoft.com/office/drawing/2014/main" id="{29CC6E33-0FB7-E9FB-9708-75FDC7BF7F72}"/>
              </a:ext>
            </a:extLst>
          </p:cNvPr>
          <p:cNvSpPr/>
          <p:nvPr/>
        </p:nvSpPr>
        <p:spPr>
          <a:xfrm>
            <a:off x="8016269" y="4452175"/>
            <a:ext cx="830847" cy="328062"/>
          </a:xfrm>
          <a:prstGeom prst="rect">
            <a:avLst/>
          </a:prstGeom>
          <a:solidFill>
            <a:srgbClr val="4472C4">
              <a:alpha val="58000"/>
            </a:srgb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algn="ctr"/>
            <a:r>
              <a:rPr kumimoji="1" lang="zh-CN" altLang="en-US" sz="800" dirty="0">
                <a:solidFill>
                  <a:schemeClr val="bg1"/>
                </a:solidFill>
                <a:latin typeface="阿里巴巴普惠体 R" panose="00020600040101010101" pitchFamily="18" charset="-122"/>
                <a:ea typeface="阿里巴巴普惠体 R" panose="00020600040101010101" pitchFamily="18" charset="-122"/>
                <a:cs typeface="阿里巴巴普惠体 R" panose="00020600040101010101" pitchFamily="18" charset="-122"/>
              </a:rPr>
              <a:t>盘点审批</a:t>
            </a:r>
            <a:endParaRPr kumimoji="1" lang="en-US" altLang="zh-CN" sz="800" dirty="0">
              <a:solidFill>
                <a:schemeClr val="bg1"/>
              </a:solidFill>
              <a:latin typeface="阿里巴巴普惠体 R" panose="00020600040101010101" pitchFamily="18" charset="-122"/>
              <a:ea typeface="阿里巴巴普惠体 R" panose="00020600040101010101" pitchFamily="18" charset="-122"/>
              <a:cs typeface="阿里巴巴普惠体 R" panose="00020600040101010101" pitchFamily="18" charset="-122"/>
            </a:endParaRPr>
          </a:p>
        </p:txBody>
      </p:sp>
      <p:sp>
        <p:nvSpPr>
          <p:cNvPr id="276" name="矩形 275">
            <a:extLst>
              <a:ext uri="{FF2B5EF4-FFF2-40B4-BE49-F238E27FC236}">
                <a16:creationId xmlns:a16="http://schemas.microsoft.com/office/drawing/2014/main" id="{8094E1AA-553E-4D50-961A-ED6918ABBE51}"/>
              </a:ext>
            </a:extLst>
          </p:cNvPr>
          <p:cNvSpPr/>
          <p:nvPr/>
        </p:nvSpPr>
        <p:spPr>
          <a:xfrm>
            <a:off x="8016269" y="4822869"/>
            <a:ext cx="830847" cy="328062"/>
          </a:xfrm>
          <a:prstGeom prst="rect">
            <a:avLst/>
          </a:prstGeom>
          <a:solidFill>
            <a:srgbClr val="4472C4">
              <a:alpha val="58000"/>
            </a:srgb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algn="ctr"/>
            <a:r>
              <a:rPr kumimoji="1" lang="zh-CN" altLang="en-US" sz="800" dirty="0">
                <a:solidFill>
                  <a:schemeClr val="bg1"/>
                </a:solidFill>
                <a:latin typeface="阿里巴巴普惠体 R" panose="00020600040101010101" pitchFamily="18" charset="-122"/>
                <a:ea typeface="阿里巴巴普惠体 R" panose="00020600040101010101" pitchFamily="18" charset="-122"/>
                <a:cs typeface="阿里巴巴普惠体 R" panose="00020600040101010101" pitchFamily="18" charset="-122"/>
              </a:rPr>
              <a:t>退货审批</a:t>
            </a:r>
            <a:endParaRPr kumimoji="1" lang="en-US" altLang="zh-CN" sz="800" dirty="0">
              <a:solidFill>
                <a:schemeClr val="bg1"/>
              </a:solidFill>
              <a:latin typeface="阿里巴巴普惠体 R" panose="00020600040101010101" pitchFamily="18" charset="-122"/>
              <a:ea typeface="阿里巴巴普惠体 R" panose="00020600040101010101" pitchFamily="18" charset="-122"/>
              <a:cs typeface="阿里巴巴普惠体 R" panose="00020600040101010101" pitchFamily="18" charset="-122"/>
            </a:endParaRPr>
          </a:p>
        </p:txBody>
      </p:sp>
      <p:sp>
        <p:nvSpPr>
          <p:cNvPr id="277" name="矩形 276">
            <a:extLst>
              <a:ext uri="{FF2B5EF4-FFF2-40B4-BE49-F238E27FC236}">
                <a16:creationId xmlns:a16="http://schemas.microsoft.com/office/drawing/2014/main" id="{53EC5103-2B0E-4206-6D48-F247FDB76561}"/>
              </a:ext>
            </a:extLst>
          </p:cNvPr>
          <p:cNvSpPr/>
          <p:nvPr/>
        </p:nvSpPr>
        <p:spPr>
          <a:xfrm>
            <a:off x="8016269" y="5193563"/>
            <a:ext cx="830847" cy="328062"/>
          </a:xfrm>
          <a:prstGeom prst="rect">
            <a:avLst/>
          </a:prstGeom>
          <a:solidFill>
            <a:srgbClr val="4472C4">
              <a:alpha val="58000"/>
            </a:srgb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algn="ctr"/>
            <a:r>
              <a:rPr kumimoji="1" lang="en-US" altLang="zh-CN" sz="800" dirty="0">
                <a:solidFill>
                  <a:schemeClr val="bg1"/>
                </a:solidFill>
                <a:latin typeface="阿里巴巴普惠体 R" panose="00020600040101010101" pitchFamily="18" charset="-122"/>
                <a:ea typeface="阿里巴巴普惠体 R" panose="00020600040101010101" pitchFamily="18" charset="-122"/>
                <a:cs typeface="阿里巴巴普惠体 R" panose="00020600040101010101" pitchFamily="18" charset="-122"/>
              </a:rPr>
              <a:t>…</a:t>
            </a:r>
          </a:p>
        </p:txBody>
      </p:sp>
      <p:sp>
        <p:nvSpPr>
          <p:cNvPr id="278" name="标题 7">
            <a:extLst>
              <a:ext uri="{FF2B5EF4-FFF2-40B4-BE49-F238E27FC236}">
                <a16:creationId xmlns:a16="http://schemas.microsoft.com/office/drawing/2014/main" id="{EE5AD254-9A68-BAE5-21FD-36119A93A6B5}"/>
              </a:ext>
            </a:extLst>
          </p:cNvPr>
          <p:cNvSpPr txBox="1">
            <a:spLocks/>
          </p:cNvSpPr>
          <p:nvPr/>
        </p:nvSpPr>
        <p:spPr>
          <a:xfrm>
            <a:off x="1072004" y="489840"/>
            <a:ext cx="7348982" cy="458351"/>
          </a:xfrm>
          <a:prstGeom prst="rect">
            <a:avLst/>
          </a:prstGeom>
        </p:spPr>
        <p:txBody>
          <a:bodyPr/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28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zh-CN" altLang="en-US" b="1" dirty="0"/>
              <a:t>业务架构设计</a:t>
            </a:r>
            <a:endParaRPr lang="zh-CN" altLang="en-US" dirty="0">
              <a:solidFill>
                <a:schemeClr val="accent5">
                  <a:lumMod val="75000"/>
                </a:schemeClr>
              </a:solidFill>
            </a:endParaRPr>
          </a:p>
        </p:txBody>
      </p:sp>
      <p:sp>
        <p:nvSpPr>
          <p:cNvPr id="279" name="文本框 278">
            <a:extLst>
              <a:ext uri="{FF2B5EF4-FFF2-40B4-BE49-F238E27FC236}">
                <a16:creationId xmlns:a16="http://schemas.microsoft.com/office/drawing/2014/main" id="{108A3C4A-122F-4E99-FB37-56ACBDDD710C}"/>
              </a:ext>
            </a:extLst>
          </p:cNvPr>
          <p:cNvSpPr txBox="1"/>
          <p:nvPr/>
        </p:nvSpPr>
        <p:spPr>
          <a:xfrm>
            <a:off x="1072003" y="182063"/>
            <a:ext cx="3338791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 sz="1400" b="1" noProof="0" dirty="0">
                <a:solidFill>
                  <a:srgbClr val="C00000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Calibri" panose="020F0502020204030204" pitchFamily="34" charset="0"/>
              </a:rPr>
              <a:t>Business  Architecture Design</a:t>
            </a:r>
            <a:endParaRPr lang="zh-CN" altLang="en-US" sz="1400" b="1" dirty="0">
              <a:solidFill>
                <a:srgbClr val="C00000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282" name="矩形 281">
            <a:extLst>
              <a:ext uri="{FF2B5EF4-FFF2-40B4-BE49-F238E27FC236}">
                <a16:creationId xmlns:a16="http://schemas.microsoft.com/office/drawing/2014/main" id="{274B8547-A722-ADE4-4B58-0FC7CE6012A9}"/>
              </a:ext>
            </a:extLst>
          </p:cNvPr>
          <p:cNvSpPr/>
          <p:nvPr/>
        </p:nvSpPr>
        <p:spPr>
          <a:xfrm>
            <a:off x="4671933" y="1748568"/>
            <a:ext cx="1697098" cy="367200"/>
          </a:xfrm>
          <a:prstGeom prst="rect">
            <a:avLst/>
          </a:prstGeom>
          <a:solidFill>
            <a:srgbClr val="4472C4">
              <a:alpha val="58000"/>
            </a:srgbClr>
          </a:solidFill>
          <a:ln w="6350">
            <a:solidFill>
              <a:schemeClr val="bg1">
                <a:lumMod val="7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rIns="0" rtlCol="0" anchor="ctr" anchorCtr="0"/>
          <a:lstStyle/>
          <a:p>
            <a:pPr algn="ctr"/>
            <a:r>
              <a:rPr kumimoji="1" lang="zh-CN" altLang="en-US" sz="800" dirty="0">
                <a:solidFill>
                  <a:schemeClr val="bg1"/>
                </a:solidFill>
                <a:latin typeface="阿里巴巴普惠体 R" panose="00020600040101010101" pitchFamily="18" charset="-122"/>
                <a:ea typeface="阿里巴巴普惠体 R" panose="00020600040101010101" pitchFamily="18" charset="-122"/>
                <a:cs typeface="阿里巴巴普惠体 R" panose="00020600040101010101" pitchFamily="18" charset="-122"/>
              </a:rPr>
              <a:t>官网</a:t>
            </a:r>
            <a:r>
              <a:rPr kumimoji="1" lang="zh-CN" altLang="en-US" sz="800">
                <a:solidFill>
                  <a:schemeClr val="bg1"/>
                </a:solidFill>
                <a:latin typeface="阿里巴巴普惠体 R" panose="00020600040101010101" pitchFamily="18" charset="-122"/>
                <a:ea typeface="阿里巴巴普惠体 R" panose="00020600040101010101" pitchFamily="18" charset="-122"/>
                <a:cs typeface="阿里巴巴普惠体 R" panose="00020600040101010101" pitchFamily="18" charset="-122"/>
              </a:rPr>
              <a:t>商城</a:t>
            </a:r>
            <a:endParaRPr kumimoji="1" lang="en-US" altLang="zh-CN" sz="800" dirty="0">
              <a:solidFill>
                <a:schemeClr val="bg1"/>
              </a:solidFill>
              <a:latin typeface="阿里巴巴普惠体 R" panose="00020600040101010101" pitchFamily="18" charset="-122"/>
              <a:ea typeface="阿里巴巴普惠体 R" panose="00020600040101010101" pitchFamily="18" charset="-122"/>
              <a:cs typeface="阿里巴巴普惠体 R" panose="00020600040101010101" pitchFamily="18" charset="-122"/>
            </a:endParaRPr>
          </a:p>
        </p:txBody>
      </p:sp>
      <p:sp>
        <p:nvSpPr>
          <p:cNvPr id="23" name="矩形 22">
            <a:extLst>
              <a:ext uri="{FF2B5EF4-FFF2-40B4-BE49-F238E27FC236}">
                <a16:creationId xmlns:a16="http://schemas.microsoft.com/office/drawing/2014/main" id="{761C76C6-70D1-8742-AFD4-6187AD1D2BB9}"/>
              </a:ext>
            </a:extLst>
          </p:cNvPr>
          <p:cNvSpPr/>
          <p:nvPr/>
        </p:nvSpPr>
        <p:spPr>
          <a:xfrm>
            <a:off x="6447373" y="1126542"/>
            <a:ext cx="887775" cy="532618"/>
          </a:xfrm>
          <a:prstGeom prst="rect">
            <a:avLst/>
          </a:prstGeom>
          <a:solidFill>
            <a:schemeClr val="bg1">
              <a:lumMod val="95000"/>
            </a:schemeClr>
          </a:solidFill>
          <a:ln w="6350">
            <a:solidFill>
              <a:schemeClr val="bg1">
                <a:lumMod val="7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rtlCol="0" anchor="ctr"/>
          <a:lstStyle/>
          <a:p>
            <a:pPr marL="184150" algn="ctr">
              <a:spcBef>
                <a:spcPts val="100"/>
              </a:spcBef>
            </a:pPr>
            <a:endParaRPr lang="en-US" altLang="zh-CN" sz="1100" dirty="0">
              <a:solidFill>
                <a:schemeClr val="tx1"/>
              </a:solidFill>
              <a:latin typeface="阿里巴巴普惠体 R" panose="00020600040101010101" pitchFamily="18" charset="-122"/>
              <a:ea typeface="阿里巴巴普惠体 R" panose="00020600040101010101" pitchFamily="18" charset="-122"/>
              <a:cs typeface="阿里巴巴普惠体 R" panose="00020600040101010101" pitchFamily="18" charset="-122"/>
            </a:endParaRPr>
          </a:p>
        </p:txBody>
      </p:sp>
      <p:sp>
        <p:nvSpPr>
          <p:cNvPr id="27" name="文本框 69">
            <a:extLst>
              <a:ext uri="{FF2B5EF4-FFF2-40B4-BE49-F238E27FC236}">
                <a16:creationId xmlns:a16="http://schemas.microsoft.com/office/drawing/2014/main" id="{E8CF18A4-0AEE-B20B-9AD1-6AD0D8A5D1FA}"/>
              </a:ext>
            </a:extLst>
          </p:cNvPr>
          <p:cNvSpPr txBox="1"/>
          <p:nvPr/>
        </p:nvSpPr>
        <p:spPr>
          <a:xfrm>
            <a:off x="6449540" y="1174773"/>
            <a:ext cx="814535" cy="148181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rtlCol="0" anchor="ctr"/>
          <a:lstStyle>
            <a:defPPr>
              <a:defRPr lang="zh-CN"/>
            </a:defPPr>
            <a:lvl1pPr marL="184150" algn="ctr">
              <a:spcBef>
                <a:spcPts val="100"/>
              </a:spcBef>
              <a:defRPr sz="1100">
                <a:solidFill>
                  <a:schemeClr val="tx1">
                    <a:lumMod val="95000"/>
                    <a:lumOff val="5000"/>
                  </a:schemeClr>
                </a:solidFill>
                <a:latin typeface="+mj-lt"/>
              </a:defRPr>
            </a:lvl1pPr>
            <a:lvl2pPr>
              <a:defRPr>
                <a:solidFill>
                  <a:schemeClr val="lt1"/>
                </a:solidFill>
              </a:defRPr>
            </a:lvl2pPr>
            <a:lvl3pPr>
              <a:defRPr>
                <a:solidFill>
                  <a:schemeClr val="lt1"/>
                </a:solidFill>
              </a:defRPr>
            </a:lvl3pPr>
            <a:lvl4pPr>
              <a:defRPr>
                <a:solidFill>
                  <a:schemeClr val="lt1"/>
                </a:solidFill>
              </a:defRPr>
            </a:lvl4pPr>
            <a:lvl5pPr>
              <a:defRPr>
                <a:solidFill>
                  <a:schemeClr val="lt1"/>
                </a:solidFill>
              </a:defRPr>
            </a:lvl5pPr>
            <a:lvl6pPr>
              <a:defRPr>
                <a:solidFill>
                  <a:schemeClr val="lt1"/>
                </a:solidFill>
              </a:defRPr>
            </a:lvl6pPr>
            <a:lvl7pPr>
              <a:defRPr>
                <a:solidFill>
                  <a:schemeClr val="lt1"/>
                </a:solidFill>
              </a:defRPr>
            </a:lvl7pPr>
            <a:lvl8pPr>
              <a:defRPr>
                <a:solidFill>
                  <a:schemeClr val="lt1"/>
                </a:solidFill>
              </a:defRPr>
            </a:lvl8pPr>
            <a:lvl9pPr>
              <a:defRPr>
                <a:solidFill>
                  <a:schemeClr val="lt1"/>
                </a:solidFill>
              </a:defRPr>
            </a:lvl9pPr>
          </a:lstStyle>
          <a:p>
            <a:r>
              <a:rPr lang="zh-CN" altLang="en-US" sz="1000" dirty="0">
                <a:latin typeface="阿里巴巴普惠体 R" panose="00020600040101010101" pitchFamily="18" charset="-122"/>
                <a:ea typeface="阿里巴巴普惠体 R" panose="00020600040101010101" pitchFamily="18" charset="-122"/>
                <a:cs typeface="阿里巴巴普惠体 R" panose="00020600040101010101" pitchFamily="18" charset="-122"/>
              </a:rPr>
              <a:t>即时零售</a:t>
            </a:r>
          </a:p>
        </p:txBody>
      </p:sp>
      <p:sp>
        <p:nvSpPr>
          <p:cNvPr id="2" name="矩形 1">
            <a:extLst>
              <a:ext uri="{FF2B5EF4-FFF2-40B4-BE49-F238E27FC236}">
                <a16:creationId xmlns:a16="http://schemas.microsoft.com/office/drawing/2014/main" id="{F042E476-DE13-A81A-1451-654D0A5E7FEB}"/>
              </a:ext>
            </a:extLst>
          </p:cNvPr>
          <p:cNvSpPr/>
          <p:nvPr/>
        </p:nvSpPr>
        <p:spPr>
          <a:xfrm>
            <a:off x="6587417" y="1396992"/>
            <a:ext cx="612000" cy="197065"/>
          </a:xfrm>
          <a:prstGeom prst="rect">
            <a:avLst/>
          </a:prstGeom>
          <a:solidFill>
            <a:srgbClr val="4472C4">
              <a:alpha val="58000"/>
            </a:srgb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algn="ctr"/>
            <a:r>
              <a:rPr kumimoji="1" lang="zh-CN" altLang="en-US" sz="800" dirty="0">
                <a:solidFill>
                  <a:schemeClr val="bg1"/>
                </a:solidFill>
                <a:latin typeface="阿里巴巴普惠体 R" panose="00020600040101010101" pitchFamily="18" charset="-122"/>
                <a:ea typeface="阿里巴巴普惠体 R" panose="00020600040101010101" pitchFamily="18" charset="-122"/>
                <a:cs typeface="阿里巴巴普惠体 R" panose="00020600040101010101" pitchFamily="18" charset="-122"/>
              </a:rPr>
              <a:t>京东到家</a:t>
            </a:r>
            <a:endParaRPr kumimoji="1" lang="en-US" altLang="zh-CN" sz="800" dirty="0">
              <a:solidFill>
                <a:schemeClr val="bg1"/>
              </a:solidFill>
              <a:latin typeface="阿里巴巴普惠体 R" panose="00020600040101010101" pitchFamily="18" charset="-122"/>
              <a:ea typeface="阿里巴巴普惠体 R" panose="00020600040101010101" pitchFamily="18" charset="-122"/>
              <a:cs typeface="阿里巴巴普惠体 R" panose="00020600040101010101" pitchFamily="18" charset="-122"/>
            </a:endParaRPr>
          </a:p>
        </p:txBody>
      </p:sp>
      <p:sp>
        <p:nvSpPr>
          <p:cNvPr id="65" name="矩形 64">
            <a:extLst>
              <a:ext uri="{FF2B5EF4-FFF2-40B4-BE49-F238E27FC236}">
                <a16:creationId xmlns:a16="http://schemas.microsoft.com/office/drawing/2014/main" id="{420FAFBC-4205-8F25-F51A-15054E55ACAF}"/>
              </a:ext>
            </a:extLst>
          </p:cNvPr>
          <p:cNvSpPr/>
          <p:nvPr/>
        </p:nvSpPr>
        <p:spPr>
          <a:xfrm>
            <a:off x="2312922" y="5715583"/>
            <a:ext cx="640153" cy="417600"/>
          </a:xfrm>
          <a:prstGeom prst="rect">
            <a:avLst/>
          </a:prstGeom>
          <a:solidFill>
            <a:srgbClr val="4472C4">
              <a:alpha val="58000"/>
            </a:srgbClr>
          </a:solidFill>
          <a:ln w="6350">
            <a:solidFill>
              <a:schemeClr val="bg1">
                <a:lumMod val="7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rIns="0" rtlCol="0" anchor="ctr" anchorCtr="0"/>
          <a:lstStyle/>
          <a:p>
            <a:pPr algn="ctr"/>
            <a:r>
              <a:rPr kumimoji="1" lang="zh-CN" altLang="en-US" sz="800" dirty="0">
                <a:solidFill>
                  <a:schemeClr val="bg1"/>
                </a:solidFill>
                <a:latin typeface="阿里巴巴普惠体 R" panose="00020600040101010101" pitchFamily="18" charset="-122"/>
                <a:ea typeface="阿里巴巴普惠体 R" panose="00020600040101010101" pitchFamily="18" charset="-122"/>
                <a:cs typeface="阿里巴巴普惠体 R" panose="00020600040101010101" pitchFamily="18" charset="-122"/>
              </a:rPr>
              <a:t>订单</a:t>
            </a:r>
          </a:p>
        </p:txBody>
      </p:sp>
      <p:sp>
        <p:nvSpPr>
          <p:cNvPr id="154" name="矩形 153">
            <a:extLst>
              <a:ext uri="{FF2B5EF4-FFF2-40B4-BE49-F238E27FC236}">
                <a16:creationId xmlns:a16="http://schemas.microsoft.com/office/drawing/2014/main" id="{05C5F851-C3B4-F7ED-E0DE-49D7D052A3DA}"/>
              </a:ext>
            </a:extLst>
          </p:cNvPr>
          <p:cNvSpPr/>
          <p:nvPr/>
        </p:nvSpPr>
        <p:spPr>
          <a:xfrm>
            <a:off x="3041617" y="5715583"/>
            <a:ext cx="654521" cy="417600"/>
          </a:xfrm>
          <a:prstGeom prst="rect">
            <a:avLst/>
          </a:prstGeom>
          <a:solidFill>
            <a:srgbClr val="4472C4">
              <a:alpha val="58000"/>
            </a:srgbClr>
          </a:solidFill>
          <a:ln w="6350">
            <a:solidFill>
              <a:schemeClr val="bg1">
                <a:lumMod val="7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rIns="0" rtlCol="0" anchor="ctr" anchorCtr="0"/>
          <a:lstStyle/>
          <a:p>
            <a:pPr algn="ctr"/>
            <a:r>
              <a:rPr kumimoji="1" lang="zh-CN" altLang="en-US" sz="800" dirty="0">
                <a:solidFill>
                  <a:schemeClr val="bg1"/>
                </a:solidFill>
                <a:latin typeface="阿里巴巴普惠体 R" panose="00020600040101010101" pitchFamily="18" charset="-122"/>
                <a:ea typeface="阿里巴巴普惠体 R" panose="00020600040101010101" pitchFamily="18" charset="-122"/>
                <a:cs typeface="阿里巴巴普惠体 R" panose="00020600040101010101" pitchFamily="18" charset="-122"/>
              </a:rPr>
              <a:t>库存</a:t>
            </a:r>
          </a:p>
        </p:txBody>
      </p:sp>
      <p:sp>
        <p:nvSpPr>
          <p:cNvPr id="155" name="矩形 154">
            <a:extLst>
              <a:ext uri="{FF2B5EF4-FFF2-40B4-BE49-F238E27FC236}">
                <a16:creationId xmlns:a16="http://schemas.microsoft.com/office/drawing/2014/main" id="{E92DB5F9-2377-12BD-4F88-12EF8968F1B5}"/>
              </a:ext>
            </a:extLst>
          </p:cNvPr>
          <p:cNvSpPr/>
          <p:nvPr/>
        </p:nvSpPr>
        <p:spPr>
          <a:xfrm>
            <a:off x="3778327" y="5715583"/>
            <a:ext cx="654521" cy="417600"/>
          </a:xfrm>
          <a:prstGeom prst="rect">
            <a:avLst/>
          </a:prstGeom>
          <a:solidFill>
            <a:srgbClr val="4472C4">
              <a:alpha val="58000"/>
            </a:srgbClr>
          </a:solidFill>
          <a:ln w="6350">
            <a:solidFill>
              <a:schemeClr val="bg1">
                <a:lumMod val="7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rIns="0" rtlCol="0" anchor="ctr" anchorCtr="0"/>
          <a:lstStyle/>
          <a:p>
            <a:pPr algn="ctr"/>
            <a:r>
              <a:rPr kumimoji="1" lang="zh-CN" altLang="en-US" sz="800" dirty="0">
                <a:solidFill>
                  <a:schemeClr val="bg1"/>
                </a:solidFill>
                <a:latin typeface="阿里巴巴普惠体 R" panose="00020600040101010101" pitchFamily="18" charset="-122"/>
                <a:ea typeface="阿里巴巴普惠体 R" panose="00020600040101010101" pitchFamily="18" charset="-122"/>
                <a:cs typeface="阿里巴巴普惠体 R" panose="00020600040101010101" pitchFamily="18" charset="-122"/>
              </a:rPr>
              <a:t>商品</a:t>
            </a:r>
          </a:p>
        </p:txBody>
      </p:sp>
      <p:sp>
        <p:nvSpPr>
          <p:cNvPr id="90" name="矩形 89">
            <a:extLst>
              <a:ext uri="{FF2B5EF4-FFF2-40B4-BE49-F238E27FC236}">
                <a16:creationId xmlns:a16="http://schemas.microsoft.com/office/drawing/2014/main" id="{69534F77-2791-B669-69DB-526FC3F66985}"/>
              </a:ext>
            </a:extLst>
          </p:cNvPr>
          <p:cNvSpPr/>
          <p:nvPr/>
        </p:nvSpPr>
        <p:spPr>
          <a:xfrm>
            <a:off x="4518014" y="5715583"/>
            <a:ext cx="654521" cy="417600"/>
          </a:xfrm>
          <a:prstGeom prst="rect">
            <a:avLst/>
          </a:prstGeom>
          <a:solidFill>
            <a:srgbClr val="4472C4">
              <a:alpha val="58000"/>
            </a:srgbClr>
          </a:solidFill>
          <a:ln w="6350">
            <a:solidFill>
              <a:schemeClr val="bg1">
                <a:lumMod val="7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rIns="0" rtlCol="0" anchor="ctr" anchorCtr="0"/>
          <a:lstStyle/>
          <a:p>
            <a:pPr algn="ctr"/>
            <a:r>
              <a:rPr kumimoji="1" lang="zh-CN" altLang="en-US" sz="800" dirty="0">
                <a:solidFill>
                  <a:schemeClr val="bg1"/>
                </a:solidFill>
                <a:latin typeface="阿里巴巴普惠体 R" panose="00020600040101010101" pitchFamily="18" charset="-122"/>
                <a:ea typeface="阿里巴巴普惠体 R" panose="00020600040101010101" pitchFamily="18" charset="-122"/>
                <a:cs typeface="阿里巴巴普惠体 R" panose="00020600040101010101" pitchFamily="18" charset="-122"/>
              </a:rPr>
              <a:t>用户</a:t>
            </a:r>
          </a:p>
        </p:txBody>
      </p:sp>
      <p:sp>
        <p:nvSpPr>
          <p:cNvPr id="93" name="矩形 92">
            <a:extLst>
              <a:ext uri="{FF2B5EF4-FFF2-40B4-BE49-F238E27FC236}">
                <a16:creationId xmlns:a16="http://schemas.microsoft.com/office/drawing/2014/main" id="{DFA9DBB9-5BFB-6899-0E3D-6EDA514140C3}"/>
              </a:ext>
            </a:extLst>
          </p:cNvPr>
          <p:cNvSpPr/>
          <p:nvPr/>
        </p:nvSpPr>
        <p:spPr>
          <a:xfrm>
            <a:off x="5257701" y="5715583"/>
            <a:ext cx="654521" cy="417600"/>
          </a:xfrm>
          <a:prstGeom prst="rect">
            <a:avLst/>
          </a:prstGeom>
          <a:solidFill>
            <a:srgbClr val="4472C4">
              <a:alpha val="58000"/>
            </a:srgbClr>
          </a:solidFill>
          <a:ln w="6350">
            <a:solidFill>
              <a:schemeClr val="bg1">
                <a:lumMod val="7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rIns="0" rtlCol="0" anchor="ctr" anchorCtr="0"/>
          <a:lstStyle/>
          <a:p>
            <a:pPr algn="ctr"/>
            <a:r>
              <a:rPr kumimoji="1" lang="zh-CN" altLang="en-US" sz="800" dirty="0">
                <a:solidFill>
                  <a:schemeClr val="bg1"/>
                </a:solidFill>
                <a:latin typeface="阿里巴巴普惠体 R" panose="00020600040101010101" pitchFamily="18" charset="-122"/>
                <a:ea typeface="阿里巴巴普惠体 R" panose="00020600040101010101" pitchFamily="18" charset="-122"/>
                <a:cs typeface="阿里巴巴普惠体 R" panose="00020600040101010101" pitchFamily="18" charset="-122"/>
              </a:rPr>
              <a:t>价格</a:t>
            </a:r>
          </a:p>
        </p:txBody>
      </p:sp>
      <p:sp>
        <p:nvSpPr>
          <p:cNvPr id="94" name="矩形 93">
            <a:extLst>
              <a:ext uri="{FF2B5EF4-FFF2-40B4-BE49-F238E27FC236}">
                <a16:creationId xmlns:a16="http://schemas.microsoft.com/office/drawing/2014/main" id="{D0EEEBA8-3A05-68E3-B5AF-7338DEADF83B}"/>
              </a:ext>
            </a:extLst>
          </p:cNvPr>
          <p:cNvSpPr/>
          <p:nvPr/>
        </p:nvSpPr>
        <p:spPr>
          <a:xfrm>
            <a:off x="5997388" y="5715583"/>
            <a:ext cx="654521" cy="417600"/>
          </a:xfrm>
          <a:prstGeom prst="rect">
            <a:avLst/>
          </a:prstGeom>
          <a:solidFill>
            <a:srgbClr val="4472C4">
              <a:alpha val="58000"/>
            </a:srgbClr>
          </a:solidFill>
          <a:ln w="6350">
            <a:solidFill>
              <a:schemeClr val="bg1">
                <a:lumMod val="7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rIns="0" rtlCol="0" anchor="ctr" anchorCtr="0"/>
          <a:lstStyle/>
          <a:p>
            <a:pPr algn="ctr"/>
            <a:r>
              <a:rPr kumimoji="1" lang="zh-CN" altLang="en-US" sz="800" dirty="0">
                <a:solidFill>
                  <a:schemeClr val="bg1"/>
                </a:solidFill>
                <a:latin typeface="阿里巴巴普惠体 R" panose="00020600040101010101" pitchFamily="18" charset="-122"/>
                <a:ea typeface="阿里巴巴普惠体 R" panose="00020600040101010101" pitchFamily="18" charset="-122"/>
                <a:cs typeface="阿里巴巴普惠体 R" panose="00020600040101010101" pitchFamily="18" charset="-122"/>
              </a:rPr>
              <a:t>发票</a:t>
            </a:r>
          </a:p>
        </p:txBody>
      </p:sp>
      <p:sp>
        <p:nvSpPr>
          <p:cNvPr id="95" name="矩形 94">
            <a:extLst>
              <a:ext uri="{FF2B5EF4-FFF2-40B4-BE49-F238E27FC236}">
                <a16:creationId xmlns:a16="http://schemas.microsoft.com/office/drawing/2014/main" id="{B9CF2727-9D75-EA65-3792-E14FE8EC59AB}"/>
              </a:ext>
            </a:extLst>
          </p:cNvPr>
          <p:cNvSpPr/>
          <p:nvPr/>
        </p:nvSpPr>
        <p:spPr>
          <a:xfrm>
            <a:off x="6737075" y="5715583"/>
            <a:ext cx="654521" cy="417600"/>
          </a:xfrm>
          <a:prstGeom prst="rect">
            <a:avLst/>
          </a:prstGeom>
          <a:solidFill>
            <a:srgbClr val="4472C4">
              <a:alpha val="58000"/>
            </a:srgbClr>
          </a:solidFill>
          <a:ln w="6350">
            <a:solidFill>
              <a:schemeClr val="bg1">
                <a:lumMod val="7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rIns="0" rtlCol="0" anchor="ctr" anchorCtr="0"/>
          <a:lstStyle/>
          <a:p>
            <a:pPr algn="ctr"/>
            <a:r>
              <a:rPr kumimoji="1" lang="zh-CN" altLang="en-US" sz="800" dirty="0">
                <a:solidFill>
                  <a:schemeClr val="bg1"/>
                </a:solidFill>
                <a:latin typeface="阿里巴巴普惠体 R" panose="00020600040101010101" pitchFamily="18" charset="-122"/>
                <a:ea typeface="阿里巴巴普惠体 R" panose="00020600040101010101" pitchFamily="18" charset="-122"/>
                <a:cs typeface="阿里巴巴普惠体 R" panose="00020600040101010101" pitchFamily="18" charset="-122"/>
              </a:rPr>
              <a:t>门店</a:t>
            </a:r>
          </a:p>
        </p:txBody>
      </p:sp>
      <p:sp>
        <p:nvSpPr>
          <p:cNvPr id="96" name="矩形 95">
            <a:extLst>
              <a:ext uri="{FF2B5EF4-FFF2-40B4-BE49-F238E27FC236}">
                <a16:creationId xmlns:a16="http://schemas.microsoft.com/office/drawing/2014/main" id="{E5309853-234A-90F5-0D1B-9503D75E2E2B}"/>
              </a:ext>
            </a:extLst>
          </p:cNvPr>
          <p:cNvSpPr/>
          <p:nvPr/>
        </p:nvSpPr>
        <p:spPr>
          <a:xfrm>
            <a:off x="7476762" y="5715583"/>
            <a:ext cx="654521" cy="417600"/>
          </a:xfrm>
          <a:prstGeom prst="rect">
            <a:avLst/>
          </a:prstGeom>
          <a:solidFill>
            <a:srgbClr val="4472C4">
              <a:alpha val="58000"/>
            </a:srgbClr>
          </a:solidFill>
          <a:ln w="6350">
            <a:solidFill>
              <a:schemeClr val="bg1">
                <a:lumMod val="7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rIns="0" rtlCol="0" anchor="ctr" anchorCtr="0"/>
          <a:lstStyle/>
          <a:p>
            <a:pPr algn="ctr"/>
            <a:r>
              <a:rPr kumimoji="1" lang="zh-CN" altLang="en-US" sz="800" dirty="0">
                <a:solidFill>
                  <a:schemeClr val="bg1"/>
                </a:solidFill>
                <a:latin typeface="阿里巴巴普惠体 R" panose="00020600040101010101" pitchFamily="18" charset="-122"/>
                <a:ea typeface="阿里巴巴普惠体 R" panose="00020600040101010101" pitchFamily="18" charset="-122"/>
                <a:cs typeface="阿里巴巴普惠体 R" panose="00020600040101010101" pitchFamily="18" charset="-122"/>
              </a:rPr>
              <a:t>券</a:t>
            </a:r>
          </a:p>
        </p:txBody>
      </p:sp>
      <p:sp>
        <p:nvSpPr>
          <p:cNvPr id="97" name="矩形 96">
            <a:extLst>
              <a:ext uri="{FF2B5EF4-FFF2-40B4-BE49-F238E27FC236}">
                <a16:creationId xmlns:a16="http://schemas.microsoft.com/office/drawing/2014/main" id="{4E726319-4FED-E045-DC4F-1E6F740F26F8}"/>
              </a:ext>
            </a:extLst>
          </p:cNvPr>
          <p:cNvSpPr/>
          <p:nvPr/>
        </p:nvSpPr>
        <p:spPr>
          <a:xfrm>
            <a:off x="8216449" y="5715583"/>
            <a:ext cx="676263" cy="417600"/>
          </a:xfrm>
          <a:prstGeom prst="rect">
            <a:avLst/>
          </a:prstGeom>
          <a:solidFill>
            <a:srgbClr val="4472C4">
              <a:alpha val="58000"/>
            </a:srgbClr>
          </a:solidFill>
          <a:ln w="6350">
            <a:solidFill>
              <a:schemeClr val="bg1">
                <a:lumMod val="7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rIns="0" rtlCol="0" anchor="ctr" anchorCtr="0"/>
          <a:lstStyle/>
          <a:p>
            <a:pPr algn="ctr"/>
            <a:r>
              <a:rPr kumimoji="1" lang="zh-CN" altLang="en-US" sz="800" dirty="0">
                <a:solidFill>
                  <a:schemeClr val="bg1"/>
                </a:solidFill>
                <a:latin typeface="阿里巴巴普惠体 R" panose="00020600040101010101" pitchFamily="18" charset="-122"/>
                <a:ea typeface="阿里巴巴普惠体 R" panose="00020600040101010101" pitchFamily="18" charset="-122"/>
                <a:cs typeface="阿里巴巴普惠体 R" panose="00020600040101010101" pitchFamily="18" charset="-122"/>
              </a:rPr>
              <a:t>支付方式</a:t>
            </a:r>
          </a:p>
        </p:txBody>
      </p:sp>
      <p:sp>
        <p:nvSpPr>
          <p:cNvPr id="6" name="矩形 5">
            <a:extLst>
              <a:ext uri="{FF2B5EF4-FFF2-40B4-BE49-F238E27FC236}">
                <a16:creationId xmlns:a16="http://schemas.microsoft.com/office/drawing/2014/main" id="{CDEB9F65-3801-254C-DE98-0D9C7CE6FE27}"/>
              </a:ext>
            </a:extLst>
          </p:cNvPr>
          <p:cNvSpPr/>
          <p:nvPr/>
        </p:nvSpPr>
        <p:spPr>
          <a:xfrm>
            <a:off x="7417866" y="1126542"/>
            <a:ext cx="1474846" cy="532618"/>
          </a:xfrm>
          <a:prstGeom prst="rect">
            <a:avLst/>
          </a:prstGeom>
          <a:solidFill>
            <a:schemeClr val="bg1">
              <a:lumMod val="95000"/>
            </a:schemeClr>
          </a:solidFill>
          <a:ln w="6350">
            <a:solidFill>
              <a:schemeClr val="bg1">
                <a:lumMod val="7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rtlCol="0" anchor="ctr"/>
          <a:lstStyle/>
          <a:p>
            <a:pPr marL="184150" algn="ctr">
              <a:spcBef>
                <a:spcPts val="100"/>
              </a:spcBef>
            </a:pPr>
            <a:endParaRPr lang="en-US" altLang="zh-CN" sz="1100" dirty="0">
              <a:solidFill>
                <a:schemeClr val="tx1"/>
              </a:solidFill>
              <a:latin typeface="阿里巴巴普惠体 R" panose="00020600040101010101" pitchFamily="18" charset="-122"/>
              <a:ea typeface="阿里巴巴普惠体 R" panose="00020600040101010101" pitchFamily="18" charset="-122"/>
              <a:cs typeface="阿里巴巴普惠体 R" panose="00020600040101010101" pitchFamily="18" charset="-122"/>
            </a:endParaRPr>
          </a:p>
        </p:txBody>
      </p:sp>
      <p:sp>
        <p:nvSpPr>
          <p:cNvPr id="52" name="矩形 51">
            <a:extLst>
              <a:ext uri="{FF2B5EF4-FFF2-40B4-BE49-F238E27FC236}">
                <a16:creationId xmlns:a16="http://schemas.microsoft.com/office/drawing/2014/main" id="{8517613F-8B00-33D8-C693-937E328488F3}"/>
              </a:ext>
            </a:extLst>
          </p:cNvPr>
          <p:cNvSpPr/>
          <p:nvPr/>
        </p:nvSpPr>
        <p:spPr>
          <a:xfrm>
            <a:off x="8195275" y="1396992"/>
            <a:ext cx="612000" cy="197065"/>
          </a:xfrm>
          <a:prstGeom prst="rect">
            <a:avLst/>
          </a:prstGeom>
          <a:solidFill>
            <a:srgbClr val="4472C4">
              <a:alpha val="58000"/>
            </a:srgb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algn="ctr"/>
            <a:r>
              <a:rPr kumimoji="1" lang="en-US" altLang="zh-CN" sz="800" dirty="0">
                <a:solidFill>
                  <a:schemeClr val="bg1"/>
                </a:solidFill>
                <a:latin typeface="阿里巴巴普惠体 R" panose="00020600040101010101" pitchFamily="18" charset="-122"/>
                <a:ea typeface="阿里巴巴普惠体 R" panose="00020600040101010101" pitchFamily="18" charset="-122"/>
                <a:cs typeface="阿里巴巴普惠体 R" panose="00020600040101010101" pitchFamily="18" charset="-122"/>
              </a:rPr>
              <a:t>…</a:t>
            </a:r>
          </a:p>
        </p:txBody>
      </p:sp>
      <p:sp>
        <p:nvSpPr>
          <p:cNvPr id="53" name="矩形 52">
            <a:extLst>
              <a:ext uri="{FF2B5EF4-FFF2-40B4-BE49-F238E27FC236}">
                <a16:creationId xmlns:a16="http://schemas.microsoft.com/office/drawing/2014/main" id="{5344A66C-9E3E-201F-D739-F4796015C50B}"/>
              </a:ext>
            </a:extLst>
          </p:cNvPr>
          <p:cNvSpPr/>
          <p:nvPr/>
        </p:nvSpPr>
        <p:spPr>
          <a:xfrm>
            <a:off x="7511301" y="1405806"/>
            <a:ext cx="612000" cy="197065"/>
          </a:xfrm>
          <a:prstGeom prst="rect">
            <a:avLst/>
          </a:prstGeom>
          <a:solidFill>
            <a:srgbClr val="4472C4">
              <a:alpha val="58000"/>
            </a:srgb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algn="ctr"/>
            <a:r>
              <a:rPr kumimoji="1" lang="zh-CN" altLang="en-US" sz="800" dirty="0">
                <a:solidFill>
                  <a:schemeClr val="bg1"/>
                </a:solidFill>
                <a:latin typeface="阿里巴巴普惠体 R" panose="00020600040101010101" pitchFamily="18" charset="-122"/>
                <a:ea typeface="阿里巴巴普惠体 R" panose="00020600040101010101" pitchFamily="18" charset="-122"/>
                <a:cs typeface="阿里巴巴普惠体 R" panose="00020600040101010101" pitchFamily="18" charset="-122"/>
              </a:rPr>
              <a:t>抖音</a:t>
            </a:r>
            <a:endParaRPr kumimoji="1" lang="en-US" altLang="zh-CN" sz="800" dirty="0">
              <a:solidFill>
                <a:schemeClr val="bg1"/>
              </a:solidFill>
              <a:latin typeface="阿里巴巴普惠体 R" panose="00020600040101010101" pitchFamily="18" charset="-122"/>
              <a:ea typeface="阿里巴巴普惠体 R" panose="00020600040101010101" pitchFamily="18" charset="-122"/>
              <a:cs typeface="阿里巴巴普惠体 R" panose="00020600040101010101" pitchFamily="18" charset="-122"/>
            </a:endParaRPr>
          </a:p>
        </p:txBody>
      </p:sp>
      <p:sp>
        <p:nvSpPr>
          <p:cNvPr id="7" name="文本框 69">
            <a:extLst>
              <a:ext uri="{FF2B5EF4-FFF2-40B4-BE49-F238E27FC236}">
                <a16:creationId xmlns:a16="http://schemas.microsoft.com/office/drawing/2014/main" id="{7A6A71E7-75F9-7AFC-06C3-4D1FA9C6B3FD}"/>
              </a:ext>
            </a:extLst>
          </p:cNvPr>
          <p:cNvSpPr txBox="1"/>
          <p:nvPr/>
        </p:nvSpPr>
        <p:spPr>
          <a:xfrm>
            <a:off x="7421255" y="1169189"/>
            <a:ext cx="1317667" cy="148181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rtlCol="0" anchor="ctr"/>
          <a:lstStyle>
            <a:defPPr>
              <a:defRPr lang="zh-CN"/>
            </a:defPPr>
            <a:lvl1pPr marL="184150" algn="ctr">
              <a:spcBef>
                <a:spcPts val="100"/>
              </a:spcBef>
              <a:defRPr sz="1100">
                <a:solidFill>
                  <a:schemeClr val="tx1">
                    <a:lumMod val="95000"/>
                    <a:lumOff val="5000"/>
                  </a:schemeClr>
                </a:solidFill>
                <a:latin typeface="+mj-lt"/>
              </a:defRPr>
            </a:lvl1pPr>
            <a:lvl2pPr>
              <a:defRPr>
                <a:solidFill>
                  <a:schemeClr val="lt1"/>
                </a:solidFill>
              </a:defRPr>
            </a:lvl2pPr>
            <a:lvl3pPr>
              <a:defRPr>
                <a:solidFill>
                  <a:schemeClr val="lt1"/>
                </a:solidFill>
              </a:defRPr>
            </a:lvl3pPr>
            <a:lvl4pPr>
              <a:defRPr>
                <a:solidFill>
                  <a:schemeClr val="lt1"/>
                </a:solidFill>
              </a:defRPr>
            </a:lvl4pPr>
            <a:lvl5pPr>
              <a:defRPr>
                <a:solidFill>
                  <a:schemeClr val="lt1"/>
                </a:solidFill>
              </a:defRPr>
            </a:lvl5pPr>
            <a:lvl6pPr>
              <a:defRPr>
                <a:solidFill>
                  <a:schemeClr val="lt1"/>
                </a:solidFill>
              </a:defRPr>
            </a:lvl6pPr>
            <a:lvl7pPr>
              <a:defRPr>
                <a:solidFill>
                  <a:schemeClr val="lt1"/>
                </a:solidFill>
              </a:defRPr>
            </a:lvl7pPr>
            <a:lvl8pPr>
              <a:defRPr>
                <a:solidFill>
                  <a:schemeClr val="lt1"/>
                </a:solidFill>
              </a:defRPr>
            </a:lvl8pPr>
            <a:lvl9pPr>
              <a:defRPr>
                <a:solidFill>
                  <a:schemeClr val="lt1"/>
                </a:solidFill>
              </a:defRPr>
            </a:lvl9pPr>
          </a:lstStyle>
          <a:p>
            <a:r>
              <a:rPr lang="zh-CN" altLang="en-US" sz="1000" dirty="0">
                <a:latin typeface="阿里巴巴普惠体 R" panose="00020600040101010101" pitchFamily="18" charset="-122"/>
                <a:ea typeface="阿里巴巴普惠体 R" panose="00020600040101010101" pitchFamily="18" charset="-122"/>
                <a:cs typeface="阿里巴巴普惠体 R" panose="00020600040101010101" pitchFamily="18" charset="-122"/>
              </a:rPr>
              <a:t>三方电商</a:t>
            </a:r>
          </a:p>
        </p:txBody>
      </p:sp>
      <p:sp>
        <p:nvSpPr>
          <p:cNvPr id="14" name="流程 93">
            <a:extLst>
              <a:ext uri="{FF2B5EF4-FFF2-40B4-BE49-F238E27FC236}">
                <a16:creationId xmlns:a16="http://schemas.microsoft.com/office/drawing/2014/main" id="{DE1792E5-9049-5988-651B-3900D8651116}"/>
              </a:ext>
            </a:extLst>
          </p:cNvPr>
          <p:cNvSpPr/>
          <p:nvPr/>
        </p:nvSpPr>
        <p:spPr>
          <a:xfrm>
            <a:off x="3907335" y="3754783"/>
            <a:ext cx="1512496" cy="690704"/>
          </a:xfrm>
          <a:prstGeom prst="flowChartProcess">
            <a:avLst/>
          </a:prstGeom>
          <a:solidFill>
            <a:schemeClr val="bg1">
              <a:lumMod val="95000"/>
            </a:schemeClr>
          </a:solidFill>
          <a:ln w="6350">
            <a:solidFill>
              <a:schemeClr val="bg1">
                <a:lumMod val="7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rtlCol="0" anchor="t" anchorCtr="0"/>
          <a:lstStyle/>
          <a:p>
            <a:pPr marL="184150" algn="ctr">
              <a:spcBef>
                <a:spcPts val="100"/>
              </a:spcBef>
            </a:pPr>
            <a:r>
              <a:rPr lang="zh-CN" altLang="en-US" sz="1000" dirty="0">
                <a:solidFill>
                  <a:schemeClr val="tx1"/>
                </a:solidFill>
                <a:latin typeface="阿里巴巴普惠体 R" panose="00020600040101010101" pitchFamily="18" charset="-122"/>
                <a:ea typeface="阿里巴巴普惠体 R" panose="00020600040101010101" pitchFamily="18" charset="-122"/>
                <a:cs typeface="阿里巴巴普惠体 R" panose="00020600040101010101" pitchFamily="18" charset="-122"/>
              </a:rPr>
              <a:t>门店中心</a:t>
            </a:r>
          </a:p>
        </p:txBody>
      </p:sp>
      <p:sp>
        <p:nvSpPr>
          <p:cNvPr id="15" name="矩形 14">
            <a:extLst>
              <a:ext uri="{FF2B5EF4-FFF2-40B4-BE49-F238E27FC236}">
                <a16:creationId xmlns:a16="http://schemas.microsoft.com/office/drawing/2014/main" id="{53851161-D9DA-83EE-1DA9-9F1E5809536C}"/>
              </a:ext>
            </a:extLst>
          </p:cNvPr>
          <p:cNvSpPr/>
          <p:nvPr/>
        </p:nvSpPr>
        <p:spPr>
          <a:xfrm>
            <a:off x="3974874" y="4081883"/>
            <a:ext cx="648000" cy="169450"/>
          </a:xfrm>
          <a:prstGeom prst="rect">
            <a:avLst/>
          </a:prstGeom>
          <a:solidFill>
            <a:srgbClr val="4472C4">
              <a:alpha val="58000"/>
            </a:srgb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algn="ctr"/>
            <a:r>
              <a:rPr kumimoji="1" lang="zh-CN" altLang="en-US" sz="800" dirty="0">
                <a:solidFill>
                  <a:schemeClr val="bg1"/>
                </a:solidFill>
                <a:latin typeface="阿里巴巴普惠体 R" panose="00020600040101010101" pitchFamily="18" charset="-122"/>
                <a:ea typeface="阿里巴巴普惠体 R" panose="00020600040101010101" pitchFamily="18" charset="-122"/>
                <a:cs typeface="阿里巴巴普惠体 R" panose="00020600040101010101" pitchFamily="18" charset="-122"/>
              </a:rPr>
              <a:t>线下门店管理</a:t>
            </a:r>
            <a:endParaRPr kumimoji="1" lang="en-US" altLang="zh-CN" sz="800" dirty="0">
              <a:solidFill>
                <a:schemeClr val="bg1"/>
              </a:solidFill>
              <a:latin typeface="阿里巴巴普惠体 R" panose="00020600040101010101" pitchFamily="18" charset="-122"/>
              <a:ea typeface="阿里巴巴普惠体 R" panose="00020600040101010101" pitchFamily="18" charset="-122"/>
              <a:cs typeface="阿里巴巴普惠体 R" panose="00020600040101010101" pitchFamily="18" charset="-122"/>
            </a:endParaRPr>
          </a:p>
        </p:txBody>
      </p:sp>
      <p:sp>
        <p:nvSpPr>
          <p:cNvPr id="3" name="矩形 2">
            <a:extLst>
              <a:ext uri="{FF2B5EF4-FFF2-40B4-BE49-F238E27FC236}">
                <a16:creationId xmlns:a16="http://schemas.microsoft.com/office/drawing/2014/main" id="{2FA08CBE-B884-9A56-0F13-C647DAD07A79}"/>
              </a:ext>
            </a:extLst>
          </p:cNvPr>
          <p:cNvSpPr/>
          <p:nvPr/>
        </p:nvSpPr>
        <p:spPr>
          <a:xfrm>
            <a:off x="4681104" y="4080456"/>
            <a:ext cx="648000" cy="169450"/>
          </a:xfrm>
          <a:prstGeom prst="rect">
            <a:avLst/>
          </a:prstGeom>
          <a:solidFill>
            <a:srgbClr val="4472C4">
              <a:alpha val="58000"/>
            </a:srgb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algn="ctr"/>
            <a:r>
              <a:rPr kumimoji="1" lang="zh-CN" altLang="en-US" sz="800" dirty="0">
                <a:solidFill>
                  <a:schemeClr val="bg1"/>
                </a:solidFill>
                <a:latin typeface="阿里巴巴普惠体 R" panose="00020600040101010101" pitchFamily="18" charset="-122"/>
                <a:ea typeface="阿里巴巴普惠体 R" panose="00020600040101010101" pitchFamily="18" charset="-122"/>
                <a:cs typeface="阿里巴巴普惠体 R" panose="00020600040101010101" pitchFamily="18" charset="-122"/>
              </a:rPr>
              <a:t>线上店铺管理</a:t>
            </a:r>
            <a:endParaRPr kumimoji="1" lang="en-US" altLang="zh-CN" sz="800" dirty="0">
              <a:solidFill>
                <a:schemeClr val="bg1"/>
              </a:solidFill>
              <a:latin typeface="阿里巴巴普惠体 R" panose="00020600040101010101" pitchFamily="18" charset="-122"/>
              <a:ea typeface="阿里巴巴普惠体 R" panose="00020600040101010101" pitchFamily="18" charset="-122"/>
              <a:cs typeface="阿里巴巴普惠体 R" panose="00020600040101010101" pitchFamily="18" charset="-122"/>
            </a:endParaRPr>
          </a:p>
        </p:txBody>
      </p:sp>
      <p:sp>
        <p:nvSpPr>
          <p:cNvPr id="5" name="流程 93">
            <a:extLst>
              <a:ext uri="{FF2B5EF4-FFF2-40B4-BE49-F238E27FC236}">
                <a16:creationId xmlns:a16="http://schemas.microsoft.com/office/drawing/2014/main" id="{56D5FA48-66FD-8C5F-9167-143B4E19B8CA}"/>
              </a:ext>
            </a:extLst>
          </p:cNvPr>
          <p:cNvSpPr/>
          <p:nvPr/>
        </p:nvSpPr>
        <p:spPr>
          <a:xfrm>
            <a:off x="2307395" y="5323211"/>
            <a:ext cx="3107665" cy="314689"/>
          </a:xfrm>
          <a:prstGeom prst="flowChartProcess">
            <a:avLst/>
          </a:prstGeom>
          <a:solidFill>
            <a:schemeClr val="bg1">
              <a:lumMod val="95000"/>
            </a:schemeClr>
          </a:solidFill>
          <a:ln w="6350">
            <a:solidFill>
              <a:schemeClr val="bg1">
                <a:lumMod val="7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rIns="0" rtlCol="0" anchor="t" anchorCtr="0"/>
          <a:lstStyle/>
          <a:p>
            <a:pPr algn="ctr"/>
            <a:endParaRPr kumimoji="1" lang="zh-CN" altLang="en-US" sz="1000" dirty="0">
              <a:solidFill>
                <a:schemeClr val="tx1">
                  <a:lumMod val="95000"/>
                  <a:lumOff val="5000"/>
                </a:schemeClr>
              </a:solidFill>
              <a:latin typeface="阿里巴巴普惠体 R" panose="00020600040101010101" pitchFamily="18" charset="-122"/>
              <a:ea typeface="阿里巴巴普惠体 R" panose="00020600040101010101" pitchFamily="18" charset="-122"/>
              <a:cs typeface="阿里巴巴普惠体 R" panose="00020600040101010101" pitchFamily="18" charset="-122"/>
            </a:endParaRPr>
          </a:p>
        </p:txBody>
      </p:sp>
      <p:sp>
        <p:nvSpPr>
          <p:cNvPr id="9" name="文本框 69">
            <a:extLst>
              <a:ext uri="{FF2B5EF4-FFF2-40B4-BE49-F238E27FC236}">
                <a16:creationId xmlns:a16="http://schemas.microsoft.com/office/drawing/2014/main" id="{D494A3F4-939E-C661-C90B-9938D9E3654C}"/>
              </a:ext>
            </a:extLst>
          </p:cNvPr>
          <p:cNvSpPr txBox="1"/>
          <p:nvPr/>
        </p:nvSpPr>
        <p:spPr>
          <a:xfrm>
            <a:off x="2249998" y="5342979"/>
            <a:ext cx="619068" cy="318012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rtlCol="0" anchor="ctr"/>
          <a:lstStyle>
            <a:defPPr>
              <a:defRPr lang="zh-CN"/>
            </a:defPPr>
            <a:lvl1pPr marL="184150" algn="ctr">
              <a:spcBef>
                <a:spcPts val="100"/>
              </a:spcBef>
              <a:defRPr sz="1100">
                <a:solidFill>
                  <a:schemeClr val="tx1">
                    <a:lumMod val="95000"/>
                    <a:lumOff val="5000"/>
                  </a:schemeClr>
                </a:solidFill>
                <a:latin typeface="+mj-lt"/>
              </a:defRPr>
            </a:lvl1pPr>
            <a:lvl2pPr>
              <a:defRPr>
                <a:solidFill>
                  <a:schemeClr val="lt1"/>
                </a:solidFill>
              </a:defRPr>
            </a:lvl2pPr>
            <a:lvl3pPr>
              <a:defRPr>
                <a:solidFill>
                  <a:schemeClr val="lt1"/>
                </a:solidFill>
              </a:defRPr>
            </a:lvl3pPr>
            <a:lvl4pPr>
              <a:defRPr>
                <a:solidFill>
                  <a:schemeClr val="lt1"/>
                </a:solidFill>
              </a:defRPr>
            </a:lvl4pPr>
            <a:lvl5pPr>
              <a:defRPr>
                <a:solidFill>
                  <a:schemeClr val="lt1"/>
                </a:solidFill>
              </a:defRPr>
            </a:lvl5pPr>
            <a:lvl6pPr>
              <a:defRPr>
                <a:solidFill>
                  <a:schemeClr val="lt1"/>
                </a:solidFill>
              </a:defRPr>
            </a:lvl6pPr>
            <a:lvl7pPr>
              <a:defRPr>
                <a:solidFill>
                  <a:schemeClr val="lt1"/>
                </a:solidFill>
              </a:defRPr>
            </a:lvl7pPr>
            <a:lvl8pPr>
              <a:defRPr>
                <a:solidFill>
                  <a:schemeClr val="lt1"/>
                </a:solidFill>
              </a:defRPr>
            </a:lvl8pPr>
            <a:lvl9pPr>
              <a:defRPr>
                <a:solidFill>
                  <a:schemeClr val="lt1"/>
                </a:solidFill>
              </a:defRPr>
            </a:lvl9pPr>
          </a:lstStyle>
          <a:p>
            <a:r>
              <a:rPr lang="zh-CN" altLang="en-US" sz="800" dirty="0"/>
              <a:t>参数</a:t>
            </a:r>
            <a:endParaRPr lang="en-US" altLang="zh-CN" sz="800" dirty="0"/>
          </a:p>
          <a:p>
            <a:r>
              <a:rPr lang="zh-CN" altLang="en-US" sz="800" dirty="0"/>
              <a:t>设置</a:t>
            </a:r>
          </a:p>
        </p:txBody>
      </p:sp>
      <p:sp>
        <p:nvSpPr>
          <p:cNvPr id="10" name="矩形 9">
            <a:extLst>
              <a:ext uri="{FF2B5EF4-FFF2-40B4-BE49-F238E27FC236}">
                <a16:creationId xmlns:a16="http://schemas.microsoft.com/office/drawing/2014/main" id="{BC6CC2E9-D445-8878-8552-FB2C98882D21}"/>
              </a:ext>
            </a:extLst>
          </p:cNvPr>
          <p:cNvSpPr/>
          <p:nvPr/>
        </p:nvSpPr>
        <p:spPr>
          <a:xfrm>
            <a:off x="2944115" y="5372556"/>
            <a:ext cx="794117" cy="216000"/>
          </a:xfrm>
          <a:prstGeom prst="rect">
            <a:avLst/>
          </a:prstGeom>
          <a:solidFill>
            <a:srgbClr val="4472C4">
              <a:alpha val="58000"/>
            </a:srgb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algn="ctr"/>
            <a:r>
              <a:rPr kumimoji="1" lang="zh-CN" altLang="en-US" sz="800" dirty="0">
                <a:solidFill>
                  <a:schemeClr val="bg1"/>
                </a:solidFill>
                <a:latin typeface="阿里巴巴普惠体 R" panose="00020600040101010101" pitchFamily="18" charset="-122"/>
                <a:ea typeface="阿里巴巴普惠体 R" panose="00020600040101010101" pitchFamily="18" charset="-122"/>
                <a:cs typeface="阿里巴巴普惠体 R" panose="00020600040101010101" pitchFamily="18" charset="-122"/>
              </a:rPr>
              <a:t>渠道参数</a:t>
            </a:r>
            <a:endParaRPr kumimoji="1" lang="en-US" altLang="zh-CN" sz="800" dirty="0">
              <a:solidFill>
                <a:schemeClr val="bg1"/>
              </a:solidFill>
              <a:latin typeface="阿里巴巴普惠体 R" panose="00020600040101010101" pitchFamily="18" charset="-122"/>
              <a:ea typeface="阿里巴巴普惠体 R" panose="00020600040101010101" pitchFamily="18" charset="-122"/>
              <a:cs typeface="阿里巴巴普惠体 R" panose="00020600040101010101" pitchFamily="18" charset="-122"/>
            </a:endParaRPr>
          </a:p>
        </p:txBody>
      </p:sp>
      <p:sp>
        <p:nvSpPr>
          <p:cNvPr id="11" name="矩形 10">
            <a:extLst>
              <a:ext uri="{FF2B5EF4-FFF2-40B4-BE49-F238E27FC236}">
                <a16:creationId xmlns:a16="http://schemas.microsoft.com/office/drawing/2014/main" id="{1D62D56C-69F2-CC83-110A-CAA316B33EAE}"/>
              </a:ext>
            </a:extLst>
          </p:cNvPr>
          <p:cNvSpPr/>
          <p:nvPr/>
        </p:nvSpPr>
        <p:spPr>
          <a:xfrm>
            <a:off x="3821114" y="5372556"/>
            <a:ext cx="794117" cy="216000"/>
          </a:xfrm>
          <a:prstGeom prst="rect">
            <a:avLst/>
          </a:prstGeom>
          <a:solidFill>
            <a:srgbClr val="4472C4">
              <a:alpha val="58000"/>
            </a:srgb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algn="ctr"/>
            <a:r>
              <a:rPr kumimoji="1" lang="zh-CN" altLang="en-US" sz="800" dirty="0">
                <a:solidFill>
                  <a:schemeClr val="bg1"/>
                </a:solidFill>
                <a:latin typeface="阿里巴巴普惠体 R" panose="00020600040101010101" pitchFamily="18" charset="-122"/>
                <a:ea typeface="阿里巴巴普惠体 R" panose="00020600040101010101" pitchFamily="18" charset="-122"/>
                <a:cs typeface="阿里巴巴普惠体 R" panose="00020600040101010101" pitchFamily="18" charset="-122"/>
              </a:rPr>
              <a:t>支付方式参数</a:t>
            </a:r>
            <a:endParaRPr kumimoji="1" lang="en-US" altLang="zh-CN" sz="800" dirty="0">
              <a:solidFill>
                <a:schemeClr val="bg1"/>
              </a:solidFill>
              <a:latin typeface="阿里巴巴普惠体 R" panose="00020600040101010101" pitchFamily="18" charset="-122"/>
              <a:ea typeface="阿里巴巴普惠体 R" panose="00020600040101010101" pitchFamily="18" charset="-122"/>
              <a:cs typeface="阿里巴巴普惠体 R" panose="00020600040101010101" pitchFamily="18" charset="-122"/>
            </a:endParaRPr>
          </a:p>
        </p:txBody>
      </p:sp>
      <p:sp>
        <p:nvSpPr>
          <p:cNvPr id="16" name="矩形 15">
            <a:extLst>
              <a:ext uri="{FF2B5EF4-FFF2-40B4-BE49-F238E27FC236}">
                <a16:creationId xmlns:a16="http://schemas.microsoft.com/office/drawing/2014/main" id="{30020DE9-FE00-63FC-29F9-CE446F75B1D9}"/>
              </a:ext>
            </a:extLst>
          </p:cNvPr>
          <p:cNvSpPr/>
          <p:nvPr/>
        </p:nvSpPr>
        <p:spPr>
          <a:xfrm>
            <a:off x="4699224" y="5372555"/>
            <a:ext cx="558477" cy="216000"/>
          </a:xfrm>
          <a:prstGeom prst="rect">
            <a:avLst/>
          </a:prstGeom>
          <a:solidFill>
            <a:srgbClr val="4472C4">
              <a:alpha val="58000"/>
            </a:srgb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algn="ctr"/>
            <a:r>
              <a:rPr kumimoji="1" lang="en-US" altLang="zh-CN" sz="800">
                <a:solidFill>
                  <a:schemeClr val="bg1"/>
                </a:solidFill>
                <a:latin typeface="阿里巴巴普惠体 R" panose="00020600040101010101" pitchFamily="18" charset="-122"/>
                <a:ea typeface="阿里巴巴普惠体 R" panose="00020600040101010101" pitchFamily="18" charset="-122"/>
                <a:cs typeface="阿里巴巴普惠体 R" panose="00020600040101010101" pitchFamily="18" charset="-122"/>
              </a:rPr>
              <a:t>…..</a:t>
            </a:r>
            <a:endParaRPr kumimoji="1" lang="en-US" altLang="zh-CN" sz="800" dirty="0">
              <a:solidFill>
                <a:schemeClr val="bg1"/>
              </a:solidFill>
              <a:latin typeface="阿里巴巴普惠体 R" panose="00020600040101010101" pitchFamily="18" charset="-122"/>
              <a:ea typeface="阿里巴巴普惠体 R" panose="00020600040101010101" pitchFamily="18" charset="-122"/>
              <a:cs typeface="阿里巴巴普惠体 R" panose="00020600040101010101" pitchFamily="18" charset="-122"/>
            </a:endParaRPr>
          </a:p>
        </p:txBody>
      </p:sp>
      <p:sp>
        <p:nvSpPr>
          <p:cNvPr id="102" name="流程 93">
            <a:extLst>
              <a:ext uri="{FF2B5EF4-FFF2-40B4-BE49-F238E27FC236}">
                <a16:creationId xmlns:a16="http://schemas.microsoft.com/office/drawing/2014/main" id="{E8AD9FCA-D96D-A264-9D2D-9DFE2E489B79}"/>
              </a:ext>
            </a:extLst>
          </p:cNvPr>
          <p:cNvSpPr/>
          <p:nvPr/>
        </p:nvSpPr>
        <p:spPr>
          <a:xfrm>
            <a:off x="3907335" y="4523647"/>
            <a:ext cx="1512496" cy="713969"/>
          </a:xfrm>
          <a:prstGeom prst="flowChartProcess">
            <a:avLst/>
          </a:prstGeom>
          <a:solidFill>
            <a:schemeClr val="bg1">
              <a:lumMod val="95000"/>
            </a:schemeClr>
          </a:solidFill>
          <a:ln w="6350">
            <a:solidFill>
              <a:schemeClr val="bg1">
                <a:lumMod val="7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rIns="0" rtlCol="0" anchor="t" anchorCtr="0"/>
          <a:lstStyle/>
          <a:p>
            <a:pPr algn="ctr"/>
            <a:r>
              <a:rPr kumimoji="1" lang="zh-CN" altLang="en-US" sz="1000" dirty="0">
                <a:solidFill>
                  <a:schemeClr val="tx1">
                    <a:lumMod val="95000"/>
                    <a:lumOff val="5000"/>
                  </a:schemeClr>
                </a:solidFill>
                <a:latin typeface="阿里巴巴普惠体 R" panose="00020600040101010101" pitchFamily="18" charset="-122"/>
                <a:ea typeface="阿里巴巴普惠体 R" panose="00020600040101010101" pitchFamily="18" charset="-122"/>
                <a:cs typeface="阿里巴巴普惠体 R" panose="00020600040101010101" pitchFamily="18" charset="-122"/>
              </a:rPr>
              <a:t>订单中心</a:t>
            </a:r>
          </a:p>
        </p:txBody>
      </p:sp>
      <p:sp>
        <p:nvSpPr>
          <p:cNvPr id="104" name="矩形 103">
            <a:extLst>
              <a:ext uri="{FF2B5EF4-FFF2-40B4-BE49-F238E27FC236}">
                <a16:creationId xmlns:a16="http://schemas.microsoft.com/office/drawing/2014/main" id="{D9901881-041D-FE04-8029-4D4F0EC0C36D}"/>
              </a:ext>
            </a:extLst>
          </p:cNvPr>
          <p:cNvSpPr/>
          <p:nvPr/>
        </p:nvSpPr>
        <p:spPr>
          <a:xfrm>
            <a:off x="3988125" y="4766750"/>
            <a:ext cx="648000" cy="169450"/>
          </a:xfrm>
          <a:prstGeom prst="rect">
            <a:avLst/>
          </a:prstGeom>
          <a:solidFill>
            <a:srgbClr val="4472C4">
              <a:alpha val="58000"/>
            </a:srgb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algn="ctr"/>
            <a:r>
              <a:rPr kumimoji="1" lang="zh-CN" altLang="en-US" sz="800">
                <a:solidFill>
                  <a:schemeClr val="bg1"/>
                </a:solidFill>
                <a:latin typeface="阿里巴巴普惠体 R" panose="00020600040101010101" pitchFamily="18" charset="-122"/>
                <a:ea typeface="阿里巴巴普惠体 R" panose="00020600040101010101" pitchFamily="18" charset="-122"/>
                <a:cs typeface="阿里巴巴普惠体 R" panose="00020600040101010101" pitchFamily="18" charset="-122"/>
              </a:rPr>
              <a:t>订单管理</a:t>
            </a:r>
            <a:endParaRPr kumimoji="1" lang="en-US" altLang="zh-CN" sz="800" dirty="0">
              <a:solidFill>
                <a:schemeClr val="bg1"/>
              </a:solidFill>
              <a:latin typeface="阿里巴巴普惠体 R" panose="00020600040101010101" pitchFamily="18" charset="-122"/>
              <a:ea typeface="阿里巴巴普惠体 R" panose="00020600040101010101" pitchFamily="18" charset="-122"/>
              <a:cs typeface="阿里巴巴普惠体 R" panose="00020600040101010101" pitchFamily="18" charset="-122"/>
            </a:endParaRPr>
          </a:p>
        </p:txBody>
      </p:sp>
      <p:sp>
        <p:nvSpPr>
          <p:cNvPr id="107" name="矩形 106">
            <a:extLst>
              <a:ext uri="{FF2B5EF4-FFF2-40B4-BE49-F238E27FC236}">
                <a16:creationId xmlns:a16="http://schemas.microsoft.com/office/drawing/2014/main" id="{890DB2C1-B068-DD09-33D7-A7737B6FBE69}"/>
              </a:ext>
            </a:extLst>
          </p:cNvPr>
          <p:cNvSpPr/>
          <p:nvPr/>
        </p:nvSpPr>
        <p:spPr>
          <a:xfrm>
            <a:off x="3988125" y="4996975"/>
            <a:ext cx="648000" cy="169450"/>
          </a:xfrm>
          <a:prstGeom prst="rect">
            <a:avLst/>
          </a:prstGeom>
          <a:solidFill>
            <a:srgbClr val="4472C4">
              <a:alpha val="58000"/>
            </a:srgb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algn="ctr"/>
            <a:r>
              <a:rPr kumimoji="1" lang="zh-CN" altLang="en-US" sz="800">
                <a:solidFill>
                  <a:schemeClr val="bg1"/>
                </a:solidFill>
                <a:latin typeface="阿里巴巴普惠体 R" panose="00020600040101010101" pitchFamily="18" charset="-122"/>
                <a:ea typeface="阿里巴巴普惠体 R" panose="00020600040101010101" pitchFamily="18" charset="-122"/>
                <a:cs typeface="阿里巴巴普惠体 R" panose="00020600040101010101" pitchFamily="18" charset="-122"/>
              </a:rPr>
              <a:t>发票管理</a:t>
            </a:r>
            <a:endParaRPr kumimoji="1" lang="en-US" altLang="zh-CN" sz="800" dirty="0">
              <a:solidFill>
                <a:schemeClr val="bg1"/>
              </a:solidFill>
              <a:latin typeface="阿里巴巴普惠体 R" panose="00020600040101010101" pitchFamily="18" charset="-122"/>
              <a:ea typeface="阿里巴巴普惠体 R" panose="00020600040101010101" pitchFamily="18" charset="-122"/>
              <a:cs typeface="阿里巴巴普惠体 R" panose="00020600040101010101" pitchFamily="18" charset="-122"/>
            </a:endParaRPr>
          </a:p>
        </p:txBody>
      </p:sp>
      <p:sp>
        <p:nvSpPr>
          <p:cNvPr id="17" name="矩形 16">
            <a:extLst>
              <a:ext uri="{FF2B5EF4-FFF2-40B4-BE49-F238E27FC236}">
                <a16:creationId xmlns:a16="http://schemas.microsoft.com/office/drawing/2014/main" id="{01AE04C6-CB8F-5E71-A3C3-CE14E0386D66}"/>
              </a:ext>
            </a:extLst>
          </p:cNvPr>
          <p:cNvSpPr/>
          <p:nvPr/>
        </p:nvSpPr>
        <p:spPr>
          <a:xfrm>
            <a:off x="4683900" y="4766750"/>
            <a:ext cx="648000" cy="169450"/>
          </a:xfrm>
          <a:prstGeom prst="rect">
            <a:avLst/>
          </a:prstGeom>
          <a:solidFill>
            <a:srgbClr val="4472C4">
              <a:alpha val="58000"/>
            </a:srgb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algn="ctr"/>
            <a:r>
              <a:rPr kumimoji="1" lang="zh-CN" altLang="en-US" sz="800">
                <a:solidFill>
                  <a:schemeClr val="bg1"/>
                </a:solidFill>
                <a:latin typeface="阿里巴巴普惠体 R" panose="00020600040101010101" pitchFamily="18" charset="-122"/>
                <a:ea typeface="阿里巴巴普惠体 R" panose="00020600040101010101" pitchFamily="18" charset="-122"/>
                <a:cs typeface="阿里巴巴普惠体 R" panose="00020600040101010101" pitchFamily="18" charset="-122"/>
              </a:rPr>
              <a:t>售后管理</a:t>
            </a:r>
            <a:endParaRPr kumimoji="1" lang="en-US" altLang="zh-CN" sz="800" dirty="0">
              <a:solidFill>
                <a:schemeClr val="bg1"/>
              </a:solidFill>
              <a:latin typeface="阿里巴巴普惠体 R" panose="00020600040101010101" pitchFamily="18" charset="-122"/>
              <a:ea typeface="阿里巴巴普惠体 R" panose="00020600040101010101" pitchFamily="18" charset="-122"/>
              <a:cs typeface="阿里巴巴普惠体 R" panose="00020600040101010101" pitchFamily="18" charset="-122"/>
            </a:endParaRPr>
          </a:p>
        </p:txBody>
      </p:sp>
      <p:sp>
        <p:nvSpPr>
          <p:cNvPr id="163" name="流程 93">
            <a:extLst>
              <a:ext uri="{FF2B5EF4-FFF2-40B4-BE49-F238E27FC236}">
                <a16:creationId xmlns:a16="http://schemas.microsoft.com/office/drawing/2014/main" id="{1E10C2F9-4046-3DF0-C27C-36FE3D8BFA80}"/>
              </a:ext>
            </a:extLst>
          </p:cNvPr>
          <p:cNvSpPr/>
          <p:nvPr/>
        </p:nvSpPr>
        <p:spPr>
          <a:xfrm>
            <a:off x="5506988" y="4523647"/>
            <a:ext cx="1152000" cy="713969"/>
          </a:xfrm>
          <a:prstGeom prst="flowChartProcess">
            <a:avLst/>
          </a:prstGeom>
          <a:solidFill>
            <a:schemeClr val="bg1">
              <a:lumMod val="95000"/>
            </a:schemeClr>
          </a:solidFill>
          <a:ln w="6350">
            <a:solidFill>
              <a:schemeClr val="bg1">
                <a:lumMod val="7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rIns="0" rtlCol="0" anchor="t" anchorCtr="0"/>
          <a:lstStyle/>
          <a:p>
            <a:pPr algn="ctr"/>
            <a:r>
              <a:rPr kumimoji="1" lang="zh-CN" altLang="en-US" sz="1000" dirty="0">
                <a:solidFill>
                  <a:schemeClr val="tx1">
                    <a:lumMod val="95000"/>
                    <a:lumOff val="5000"/>
                  </a:schemeClr>
                </a:solidFill>
                <a:latin typeface="阿里巴巴普惠体 R" panose="00020600040101010101" pitchFamily="18" charset="-122"/>
                <a:ea typeface="阿里巴巴普惠体 R" panose="00020600040101010101" pitchFamily="18" charset="-122"/>
                <a:cs typeface="阿里巴巴普惠体 R" panose="00020600040101010101" pitchFamily="18" charset="-122"/>
              </a:rPr>
              <a:t>价格中心</a:t>
            </a:r>
          </a:p>
        </p:txBody>
      </p:sp>
      <p:sp>
        <p:nvSpPr>
          <p:cNvPr id="169" name="矩形 168">
            <a:extLst>
              <a:ext uri="{FF2B5EF4-FFF2-40B4-BE49-F238E27FC236}">
                <a16:creationId xmlns:a16="http://schemas.microsoft.com/office/drawing/2014/main" id="{932B9314-370D-9450-0B07-36840AE1BC9A}"/>
              </a:ext>
            </a:extLst>
          </p:cNvPr>
          <p:cNvSpPr/>
          <p:nvPr/>
        </p:nvSpPr>
        <p:spPr>
          <a:xfrm>
            <a:off x="5759798" y="4756733"/>
            <a:ext cx="648000" cy="169450"/>
          </a:xfrm>
          <a:prstGeom prst="rect">
            <a:avLst/>
          </a:prstGeom>
          <a:solidFill>
            <a:srgbClr val="4472C4">
              <a:alpha val="58000"/>
            </a:srgb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algn="ctr"/>
            <a:r>
              <a:rPr kumimoji="1" lang="zh-CN" altLang="en-US" sz="800" dirty="0">
                <a:solidFill>
                  <a:schemeClr val="bg1"/>
                </a:solidFill>
                <a:latin typeface="阿里巴巴普惠体 R" panose="00020600040101010101" pitchFamily="18" charset="-122"/>
                <a:ea typeface="阿里巴巴普惠体 R" panose="00020600040101010101" pitchFamily="18" charset="-122"/>
                <a:cs typeface="阿里巴巴普惠体 R" panose="00020600040101010101" pitchFamily="18" charset="-122"/>
              </a:rPr>
              <a:t>商品定价</a:t>
            </a:r>
            <a:endParaRPr kumimoji="1" lang="en-US" altLang="zh-CN" sz="800" dirty="0">
              <a:solidFill>
                <a:schemeClr val="bg1"/>
              </a:solidFill>
              <a:latin typeface="阿里巴巴普惠体 R" panose="00020600040101010101" pitchFamily="18" charset="-122"/>
              <a:ea typeface="阿里巴巴普惠体 R" panose="00020600040101010101" pitchFamily="18" charset="-122"/>
              <a:cs typeface="阿里巴巴普惠体 R" panose="00020600040101010101" pitchFamily="18" charset="-122"/>
            </a:endParaRPr>
          </a:p>
        </p:txBody>
      </p:sp>
      <p:sp>
        <p:nvSpPr>
          <p:cNvPr id="18" name="矩形 17">
            <a:extLst>
              <a:ext uri="{FF2B5EF4-FFF2-40B4-BE49-F238E27FC236}">
                <a16:creationId xmlns:a16="http://schemas.microsoft.com/office/drawing/2014/main" id="{632003CB-21B6-BF41-5261-19767C66211A}"/>
              </a:ext>
            </a:extLst>
          </p:cNvPr>
          <p:cNvSpPr/>
          <p:nvPr/>
        </p:nvSpPr>
        <p:spPr>
          <a:xfrm>
            <a:off x="5759798" y="4990646"/>
            <a:ext cx="648000" cy="169450"/>
          </a:xfrm>
          <a:prstGeom prst="rect">
            <a:avLst/>
          </a:prstGeom>
          <a:solidFill>
            <a:srgbClr val="4472C4">
              <a:alpha val="58000"/>
            </a:srgb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algn="ctr"/>
            <a:r>
              <a:rPr kumimoji="1" lang="zh-CN" altLang="en-US" sz="800" dirty="0">
                <a:solidFill>
                  <a:schemeClr val="bg1"/>
                </a:solidFill>
                <a:latin typeface="阿里巴巴普惠体 R" panose="00020600040101010101" pitchFamily="18" charset="-122"/>
                <a:ea typeface="阿里巴巴普惠体 R" panose="00020600040101010101" pitchFamily="18" charset="-122"/>
                <a:cs typeface="阿里巴巴普惠体 R" panose="00020600040101010101" pitchFamily="18" charset="-122"/>
              </a:rPr>
              <a:t>价格查询</a:t>
            </a:r>
            <a:endParaRPr kumimoji="1" lang="en-US" altLang="zh-CN" sz="800" dirty="0">
              <a:solidFill>
                <a:schemeClr val="bg1"/>
              </a:solidFill>
              <a:latin typeface="阿里巴巴普惠体 R" panose="00020600040101010101" pitchFamily="18" charset="-122"/>
              <a:ea typeface="阿里巴巴普惠体 R" panose="00020600040101010101" pitchFamily="18" charset="-122"/>
              <a:cs typeface="阿里巴巴普惠体 R" panose="00020600040101010101" pitchFamily="18" charset="-122"/>
            </a:endParaRPr>
          </a:p>
        </p:txBody>
      </p:sp>
      <p:sp>
        <p:nvSpPr>
          <p:cNvPr id="134" name="流程 93">
            <a:extLst>
              <a:ext uri="{FF2B5EF4-FFF2-40B4-BE49-F238E27FC236}">
                <a16:creationId xmlns:a16="http://schemas.microsoft.com/office/drawing/2014/main" id="{665949AB-B981-386F-45F8-E15D96C0C2CB}"/>
              </a:ext>
            </a:extLst>
          </p:cNvPr>
          <p:cNvSpPr/>
          <p:nvPr/>
        </p:nvSpPr>
        <p:spPr>
          <a:xfrm>
            <a:off x="5506988" y="3754783"/>
            <a:ext cx="1152000" cy="690704"/>
          </a:xfrm>
          <a:prstGeom prst="flowChartProcess">
            <a:avLst/>
          </a:prstGeom>
          <a:solidFill>
            <a:schemeClr val="bg1">
              <a:lumMod val="95000"/>
            </a:schemeClr>
          </a:solidFill>
          <a:ln w="6350">
            <a:solidFill>
              <a:schemeClr val="bg1">
                <a:lumMod val="7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rIns="0" rtlCol="0" anchor="t" anchorCtr="0"/>
          <a:lstStyle/>
          <a:p>
            <a:pPr algn="ctr"/>
            <a:r>
              <a:rPr kumimoji="1" lang="zh-CN" altLang="en-US" sz="1000" dirty="0">
                <a:solidFill>
                  <a:schemeClr val="tx1">
                    <a:lumMod val="95000"/>
                    <a:lumOff val="5000"/>
                  </a:schemeClr>
                </a:solidFill>
                <a:latin typeface="阿里巴巴普惠体 R" panose="00020600040101010101" pitchFamily="18" charset="-122"/>
                <a:ea typeface="阿里巴巴普惠体 R" panose="00020600040101010101" pitchFamily="18" charset="-122"/>
                <a:cs typeface="阿里巴巴普惠体 R" panose="00020600040101010101" pitchFamily="18" charset="-122"/>
              </a:rPr>
              <a:t>商品中心</a:t>
            </a:r>
          </a:p>
        </p:txBody>
      </p:sp>
      <p:sp>
        <p:nvSpPr>
          <p:cNvPr id="145" name="矩形 144">
            <a:extLst>
              <a:ext uri="{FF2B5EF4-FFF2-40B4-BE49-F238E27FC236}">
                <a16:creationId xmlns:a16="http://schemas.microsoft.com/office/drawing/2014/main" id="{D3ACFADD-1F95-4BD1-7894-EAFA05913618}"/>
              </a:ext>
            </a:extLst>
          </p:cNvPr>
          <p:cNvSpPr/>
          <p:nvPr/>
        </p:nvSpPr>
        <p:spPr>
          <a:xfrm>
            <a:off x="5763956" y="4014603"/>
            <a:ext cx="612000" cy="169450"/>
          </a:xfrm>
          <a:prstGeom prst="rect">
            <a:avLst/>
          </a:prstGeom>
          <a:solidFill>
            <a:srgbClr val="4472C4">
              <a:alpha val="58000"/>
            </a:srgb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algn="ctr"/>
            <a:r>
              <a:rPr kumimoji="1" lang="zh-CN" altLang="en-US" sz="800" dirty="0">
                <a:solidFill>
                  <a:schemeClr val="bg1"/>
                </a:solidFill>
                <a:latin typeface="阿里巴巴普惠体 R" panose="00020600040101010101" pitchFamily="18" charset="-122"/>
                <a:ea typeface="阿里巴巴普惠体 R" panose="00020600040101010101" pitchFamily="18" charset="-122"/>
                <a:cs typeface="阿里巴巴普惠体 R" panose="00020600040101010101" pitchFamily="18" charset="-122"/>
              </a:rPr>
              <a:t>商品同步</a:t>
            </a:r>
            <a:endParaRPr kumimoji="1" lang="en-US" altLang="zh-CN" sz="800" dirty="0">
              <a:solidFill>
                <a:schemeClr val="bg1"/>
              </a:solidFill>
              <a:latin typeface="阿里巴巴普惠体 R" panose="00020600040101010101" pitchFamily="18" charset="-122"/>
              <a:ea typeface="阿里巴巴普惠体 R" panose="00020600040101010101" pitchFamily="18" charset="-122"/>
              <a:cs typeface="阿里巴巴普惠体 R" panose="00020600040101010101" pitchFamily="18" charset="-122"/>
            </a:endParaRPr>
          </a:p>
        </p:txBody>
      </p:sp>
      <p:sp>
        <p:nvSpPr>
          <p:cNvPr id="19" name="矩形 18">
            <a:extLst>
              <a:ext uri="{FF2B5EF4-FFF2-40B4-BE49-F238E27FC236}">
                <a16:creationId xmlns:a16="http://schemas.microsoft.com/office/drawing/2014/main" id="{D0E7E1C7-781C-BD2A-86B4-9C7EADA12B3D}"/>
              </a:ext>
            </a:extLst>
          </p:cNvPr>
          <p:cNvSpPr/>
          <p:nvPr/>
        </p:nvSpPr>
        <p:spPr>
          <a:xfrm>
            <a:off x="5763956" y="4257070"/>
            <a:ext cx="612000" cy="169450"/>
          </a:xfrm>
          <a:prstGeom prst="rect">
            <a:avLst/>
          </a:prstGeom>
          <a:solidFill>
            <a:srgbClr val="4472C4">
              <a:alpha val="58000"/>
            </a:srgb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algn="ctr"/>
            <a:r>
              <a:rPr kumimoji="1" lang="zh-CN" altLang="en-US" sz="800" dirty="0">
                <a:solidFill>
                  <a:schemeClr val="bg1"/>
                </a:solidFill>
                <a:latin typeface="阿里巴巴普惠体 R" panose="00020600040101010101" pitchFamily="18" charset="-122"/>
                <a:ea typeface="阿里巴巴普惠体 R" panose="00020600040101010101" pitchFamily="18" charset="-122"/>
                <a:cs typeface="阿里巴巴普惠体 R" panose="00020600040101010101" pitchFamily="18" charset="-122"/>
              </a:rPr>
              <a:t>商品查询</a:t>
            </a:r>
            <a:endParaRPr kumimoji="1" lang="en-US" altLang="zh-CN" sz="800" dirty="0">
              <a:solidFill>
                <a:schemeClr val="bg1"/>
              </a:solidFill>
              <a:latin typeface="阿里巴巴普惠体 R" panose="00020600040101010101" pitchFamily="18" charset="-122"/>
              <a:ea typeface="阿里巴巴普惠体 R" panose="00020600040101010101" pitchFamily="18" charset="-122"/>
              <a:cs typeface="阿里巴巴普惠体 R" panose="00020600040101010101" pitchFamily="18" charset="-122"/>
            </a:endParaRPr>
          </a:p>
        </p:txBody>
      </p:sp>
      <p:sp>
        <p:nvSpPr>
          <p:cNvPr id="198" name="流程 93">
            <a:extLst>
              <a:ext uri="{FF2B5EF4-FFF2-40B4-BE49-F238E27FC236}">
                <a16:creationId xmlns:a16="http://schemas.microsoft.com/office/drawing/2014/main" id="{23AE4E25-DAEE-E75F-296F-15F2720DDA9D}"/>
              </a:ext>
            </a:extLst>
          </p:cNvPr>
          <p:cNvSpPr/>
          <p:nvPr/>
        </p:nvSpPr>
        <p:spPr>
          <a:xfrm>
            <a:off x="2303892" y="3044534"/>
            <a:ext cx="5570012" cy="633324"/>
          </a:xfrm>
          <a:prstGeom prst="flowChartProcess">
            <a:avLst/>
          </a:prstGeom>
          <a:solidFill>
            <a:schemeClr val="bg1">
              <a:lumMod val="95000"/>
            </a:schemeClr>
          </a:solidFill>
          <a:ln w="6350">
            <a:solidFill>
              <a:schemeClr val="bg1">
                <a:lumMod val="7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rIns="0" rtlCol="0" anchor="t" anchorCtr="0"/>
          <a:lstStyle/>
          <a:p>
            <a:pPr algn="ctr"/>
            <a:endParaRPr kumimoji="1" lang="zh-CN" altLang="en-US" sz="1000" dirty="0">
              <a:solidFill>
                <a:schemeClr val="tx1">
                  <a:lumMod val="95000"/>
                  <a:lumOff val="5000"/>
                </a:schemeClr>
              </a:solidFill>
              <a:latin typeface="阿里巴巴普惠体 R" panose="00020600040101010101" pitchFamily="18" charset="-122"/>
              <a:ea typeface="阿里巴巴普惠体 R" panose="00020600040101010101" pitchFamily="18" charset="-122"/>
              <a:cs typeface="阿里巴巴普惠体 R" panose="00020600040101010101" pitchFamily="18" charset="-122"/>
            </a:endParaRPr>
          </a:p>
        </p:txBody>
      </p:sp>
      <p:sp>
        <p:nvSpPr>
          <p:cNvPr id="199" name="矩形 198">
            <a:extLst>
              <a:ext uri="{FF2B5EF4-FFF2-40B4-BE49-F238E27FC236}">
                <a16:creationId xmlns:a16="http://schemas.microsoft.com/office/drawing/2014/main" id="{0D422943-C75F-6E68-BACE-1BF12D583AA9}"/>
              </a:ext>
            </a:extLst>
          </p:cNvPr>
          <p:cNvSpPr/>
          <p:nvPr/>
        </p:nvSpPr>
        <p:spPr>
          <a:xfrm>
            <a:off x="2589195" y="3387831"/>
            <a:ext cx="828000" cy="210839"/>
          </a:xfrm>
          <a:prstGeom prst="rect">
            <a:avLst/>
          </a:prstGeom>
          <a:solidFill>
            <a:srgbClr val="4472C4">
              <a:alpha val="58000"/>
            </a:srgb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algn="ctr"/>
            <a:r>
              <a:rPr kumimoji="1" lang="zh-CN" altLang="en-US" sz="800" dirty="0">
                <a:solidFill>
                  <a:schemeClr val="bg1"/>
                </a:solidFill>
                <a:latin typeface="阿里巴巴普惠体 R" panose="00020600040101010101" pitchFamily="18" charset="-122"/>
                <a:ea typeface="阿里巴巴普惠体 R" panose="00020600040101010101" pitchFamily="18" charset="-122"/>
                <a:cs typeface="阿里巴巴普惠体 R" panose="00020600040101010101" pitchFamily="18" charset="-122"/>
              </a:rPr>
              <a:t>门店管理</a:t>
            </a:r>
            <a:endParaRPr kumimoji="1" lang="en-US" altLang="zh-CN" sz="800" dirty="0">
              <a:solidFill>
                <a:schemeClr val="bg1"/>
              </a:solidFill>
              <a:latin typeface="阿里巴巴普惠体 R" panose="00020600040101010101" pitchFamily="18" charset="-122"/>
              <a:ea typeface="阿里巴巴普惠体 R" panose="00020600040101010101" pitchFamily="18" charset="-122"/>
              <a:cs typeface="阿里巴巴普惠体 R" panose="00020600040101010101" pitchFamily="18" charset="-122"/>
            </a:endParaRPr>
          </a:p>
        </p:txBody>
      </p:sp>
      <p:sp>
        <p:nvSpPr>
          <p:cNvPr id="200" name="矩形 199">
            <a:extLst>
              <a:ext uri="{FF2B5EF4-FFF2-40B4-BE49-F238E27FC236}">
                <a16:creationId xmlns:a16="http://schemas.microsoft.com/office/drawing/2014/main" id="{B422F333-FE14-C8AB-18D7-FA9403D29FF9}"/>
              </a:ext>
            </a:extLst>
          </p:cNvPr>
          <p:cNvSpPr/>
          <p:nvPr/>
        </p:nvSpPr>
        <p:spPr>
          <a:xfrm>
            <a:off x="3582795" y="3387831"/>
            <a:ext cx="828000" cy="210839"/>
          </a:xfrm>
          <a:prstGeom prst="rect">
            <a:avLst/>
          </a:prstGeom>
          <a:solidFill>
            <a:srgbClr val="4472C4">
              <a:alpha val="58000"/>
            </a:srgb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algn="ctr"/>
            <a:r>
              <a:rPr kumimoji="1" lang="zh-CN" altLang="en-US" sz="800" dirty="0">
                <a:solidFill>
                  <a:schemeClr val="bg1"/>
                </a:solidFill>
                <a:latin typeface="阿里巴巴普惠体 R" panose="00020600040101010101" pitchFamily="18" charset="-122"/>
                <a:ea typeface="阿里巴巴普惠体 R" panose="00020600040101010101" pitchFamily="18" charset="-122"/>
                <a:cs typeface="阿里巴巴普惠体 R" panose="00020600040101010101" pitchFamily="18" charset="-122"/>
              </a:rPr>
              <a:t>订单管理</a:t>
            </a:r>
            <a:endParaRPr kumimoji="1" lang="en-US" altLang="zh-CN" sz="800" dirty="0">
              <a:solidFill>
                <a:schemeClr val="bg1"/>
              </a:solidFill>
              <a:latin typeface="阿里巴巴普惠体 R" panose="00020600040101010101" pitchFamily="18" charset="-122"/>
              <a:ea typeface="阿里巴巴普惠体 R" panose="00020600040101010101" pitchFamily="18" charset="-122"/>
              <a:cs typeface="阿里巴巴普惠体 R" panose="00020600040101010101" pitchFamily="18" charset="-122"/>
            </a:endParaRPr>
          </a:p>
        </p:txBody>
      </p:sp>
      <p:sp>
        <p:nvSpPr>
          <p:cNvPr id="201" name="矩形 200">
            <a:extLst>
              <a:ext uri="{FF2B5EF4-FFF2-40B4-BE49-F238E27FC236}">
                <a16:creationId xmlns:a16="http://schemas.microsoft.com/office/drawing/2014/main" id="{7C90EE3E-1FE7-23B8-450F-13C796B0839D}"/>
              </a:ext>
            </a:extLst>
          </p:cNvPr>
          <p:cNvSpPr/>
          <p:nvPr/>
        </p:nvSpPr>
        <p:spPr>
          <a:xfrm>
            <a:off x="4576395" y="3387831"/>
            <a:ext cx="828000" cy="210839"/>
          </a:xfrm>
          <a:prstGeom prst="rect">
            <a:avLst/>
          </a:prstGeom>
          <a:solidFill>
            <a:srgbClr val="4472C4">
              <a:alpha val="58000"/>
            </a:srgb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algn="ctr"/>
            <a:r>
              <a:rPr kumimoji="1" lang="zh-CN" altLang="en-US" sz="800" dirty="0">
                <a:solidFill>
                  <a:schemeClr val="bg1"/>
                </a:solidFill>
                <a:latin typeface="阿里巴巴普惠体 R" panose="00020600040101010101" pitchFamily="18" charset="-122"/>
                <a:ea typeface="阿里巴巴普惠体 R" panose="00020600040101010101" pitchFamily="18" charset="-122"/>
                <a:cs typeface="阿里巴巴普惠体 R" panose="00020600040101010101" pitchFamily="18" charset="-122"/>
              </a:rPr>
              <a:t>调拨管理</a:t>
            </a:r>
            <a:endParaRPr kumimoji="1" lang="en-US" altLang="zh-CN" sz="800" dirty="0">
              <a:solidFill>
                <a:schemeClr val="bg1"/>
              </a:solidFill>
              <a:latin typeface="阿里巴巴普惠体 R" panose="00020600040101010101" pitchFamily="18" charset="-122"/>
              <a:ea typeface="阿里巴巴普惠体 R" panose="00020600040101010101" pitchFamily="18" charset="-122"/>
              <a:cs typeface="阿里巴巴普惠体 R" panose="00020600040101010101" pitchFamily="18" charset="-122"/>
            </a:endParaRPr>
          </a:p>
        </p:txBody>
      </p:sp>
      <p:sp>
        <p:nvSpPr>
          <p:cNvPr id="202" name="矩形 201">
            <a:extLst>
              <a:ext uri="{FF2B5EF4-FFF2-40B4-BE49-F238E27FC236}">
                <a16:creationId xmlns:a16="http://schemas.microsoft.com/office/drawing/2014/main" id="{05D94AA6-9917-0F8D-DD20-2416DACFFA5E}"/>
              </a:ext>
            </a:extLst>
          </p:cNvPr>
          <p:cNvSpPr/>
          <p:nvPr/>
        </p:nvSpPr>
        <p:spPr>
          <a:xfrm>
            <a:off x="5569995" y="3387831"/>
            <a:ext cx="828000" cy="210839"/>
          </a:xfrm>
          <a:prstGeom prst="rect">
            <a:avLst/>
          </a:prstGeom>
          <a:solidFill>
            <a:srgbClr val="4472C4">
              <a:alpha val="58000"/>
            </a:srgb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algn="ctr"/>
            <a:r>
              <a:rPr kumimoji="1" lang="zh-CN" altLang="en-US" sz="800" dirty="0">
                <a:solidFill>
                  <a:schemeClr val="bg1"/>
                </a:solidFill>
                <a:latin typeface="阿里巴巴普惠体 R" panose="00020600040101010101" pitchFamily="18" charset="-122"/>
                <a:ea typeface="阿里巴巴普惠体 R" panose="00020600040101010101" pitchFamily="18" charset="-122"/>
                <a:cs typeface="阿里巴巴普惠体 R" panose="00020600040101010101" pitchFamily="18" charset="-122"/>
              </a:rPr>
              <a:t>库存管理</a:t>
            </a:r>
            <a:endParaRPr kumimoji="1" lang="en-US" altLang="zh-CN" sz="800" dirty="0">
              <a:solidFill>
                <a:schemeClr val="bg1"/>
              </a:solidFill>
              <a:latin typeface="阿里巴巴普惠体 R" panose="00020600040101010101" pitchFamily="18" charset="-122"/>
              <a:ea typeface="阿里巴巴普惠体 R" panose="00020600040101010101" pitchFamily="18" charset="-122"/>
              <a:cs typeface="阿里巴巴普惠体 R" panose="00020600040101010101" pitchFamily="18" charset="-122"/>
            </a:endParaRPr>
          </a:p>
        </p:txBody>
      </p:sp>
      <p:sp>
        <p:nvSpPr>
          <p:cNvPr id="203" name="矩形 202">
            <a:extLst>
              <a:ext uri="{FF2B5EF4-FFF2-40B4-BE49-F238E27FC236}">
                <a16:creationId xmlns:a16="http://schemas.microsoft.com/office/drawing/2014/main" id="{E758142D-9AA6-AA2D-B87C-E0A8E634E921}"/>
              </a:ext>
            </a:extLst>
          </p:cNvPr>
          <p:cNvSpPr/>
          <p:nvPr/>
        </p:nvSpPr>
        <p:spPr>
          <a:xfrm>
            <a:off x="6563596" y="3387831"/>
            <a:ext cx="828000" cy="210839"/>
          </a:xfrm>
          <a:prstGeom prst="rect">
            <a:avLst/>
          </a:prstGeom>
          <a:solidFill>
            <a:srgbClr val="4472C4">
              <a:alpha val="58000"/>
            </a:srgb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algn="ctr"/>
            <a:r>
              <a:rPr kumimoji="1" lang="en-US" altLang="zh-CN" sz="800" dirty="0">
                <a:solidFill>
                  <a:schemeClr val="bg1"/>
                </a:solidFill>
                <a:latin typeface="阿里巴巴普惠体 R" panose="00020600040101010101" pitchFamily="18" charset="-122"/>
                <a:ea typeface="阿里巴巴普惠体 R" panose="00020600040101010101" pitchFamily="18" charset="-122"/>
                <a:cs typeface="阿里巴巴普惠体 R" panose="00020600040101010101" pitchFamily="18" charset="-122"/>
              </a:rPr>
              <a:t>…</a:t>
            </a:r>
          </a:p>
        </p:txBody>
      </p:sp>
      <p:sp>
        <p:nvSpPr>
          <p:cNvPr id="33" name="文本框 32">
            <a:extLst>
              <a:ext uri="{FF2B5EF4-FFF2-40B4-BE49-F238E27FC236}">
                <a16:creationId xmlns:a16="http://schemas.microsoft.com/office/drawing/2014/main" id="{3FC64920-FD0E-650F-D8A1-06770D01DA91}"/>
              </a:ext>
            </a:extLst>
          </p:cNvPr>
          <p:cNvSpPr txBox="1"/>
          <p:nvPr/>
        </p:nvSpPr>
        <p:spPr>
          <a:xfrm>
            <a:off x="4354628" y="3053437"/>
            <a:ext cx="1258208" cy="24622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kumimoji="1" lang="zh-CN" altLang="en-US" sz="1000" dirty="0">
                <a:solidFill>
                  <a:schemeClr val="tx1">
                    <a:lumMod val="95000"/>
                    <a:lumOff val="5000"/>
                  </a:schemeClr>
                </a:solidFill>
                <a:latin typeface="阿里巴巴普惠体 R" panose="00020600040101010101" pitchFamily="18" charset="-122"/>
                <a:ea typeface="阿里巴巴普惠体 R" panose="00020600040101010101" pitchFamily="18" charset="-122"/>
                <a:cs typeface="阿里巴巴普惠体 R" panose="00020600040101010101" pitchFamily="18" charset="-122"/>
              </a:rPr>
              <a:t>品牌业务层</a:t>
            </a:r>
          </a:p>
        </p:txBody>
      </p:sp>
      <p:pic>
        <p:nvPicPr>
          <p:cNvPr id="26" name="图形 60" descr="笔记本电脑">
            <a:extLst>
              <a:ext uri="{FF2B5EF4-FFF2-40B4-BE49-F238E27FC236}">
                <a16:creationId xmlns:a16="http://schemas.microsoft.com/office/drawing/2014/main" id="{54F4C04D-B5F1-0D45-C849-A6F180FBD13A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3218456" y="1179698"/>
            <a:ext cx="404241" cy="404241"/>
          </a:xfrm>
          <a:prstGeom prst="rect">
            <a:avLst/>
          </a:prstGeom>
        </p:spPr>
      </p:pic>
      <p:pic>
        <p:nvPicPr>
          <p:cNvPr id="39" name="图形 63" descr="平板电脑">
            <a:extLst>
              <a:ext uri="{FF2B5EF4-FFF2-40B4-BE49-F238E27FC236}">
                <a16:creationId xmlns:a16="http://schemas.microsoft.com/office/drawing/2014/main" id="{65997C8C-10A1-4097-9171-952DA1D4D281}"/>
              </a:ext>
            </a:extLst>
          </p:cNvPr>
          <p:cNvPicPr>
            <a:picLocks noChangeAspect="1"/>
          </p:cNvPicPr>
          <p:nvPr/>
        </p:nvPicPr>
        <p:blipFill rotWithShape="1">
          <a:blip r:embed="rId4">
            <a:extLst>
              <a:ext uri="{96DAC541-7B7A-43D3-8B79-37D633B846F1}">
                <asvg:svgBlip xmlns:asvg="http://schemas.microsoft.com/office/drawing/2016/SVG/main" r:embed="rId5"/>
              </a:ext>
            </a:extLst>
          </a:blip>
          <a:srcRect t="14926" b="17001"/>
          <a:stretch/>
        </p:blipFill>
        <p:spPr>
          <a:xfrm>
            <a:off x="4180959" y="1233390"/>
            <a:ext cx="434366" cy="295686"/>
          </a:xfrm>
          <a:prstGeom prst="rect">
            <a:avLst/>
          </a:prstGeom>
        </p:spPr>
      </p:pic>
      <p:pic>
        <p:nvPicPr>
          <p:cNvPr id="40" name="图形 68" descr="智能手机">
            <a:extLst>
              <a:ext uri="{FF2B5EF4-FFF2-40B4-BE49-F238E27FC236}">
                <a16:creationId xmlns:a16="http://schemas.microsoft.com/office/drawing/2014/main" id="{B0A3E7F3-9C86-D10F-D5CD-EBF28D87B5D5}"/>
              </a:ext>
            </a:extLst>
          </p:cNvPr>
          <p:cNvPicPr>
            <a:picLocks noChangeAspect="1"/>
          </p:cNvPicPr>
          <p:nvPr/>
        </p:nvPicPr>
        <p:blipFill>
          <a:blip r:embed="rId6">
            <a:extLst>
              <a:ext uri="{96DAC541-7B7A-43D3-8B79-37D633B846F1}">
                <asvg:svgBlip xmlns:asvg="http://schemas.microsoft.com/office/drawing/2016/SVG/main" r:embed="rId7"/>
              </a:ext>
            </a:extLst>
          </a:blip>
          <a:stretch>
            <a:fillRect/>
          </a:stretch>
        </p:blipFill>
        <p:spPr>
          <a:xfrm>
            <a:off x="5303387" y="1252222"/>
            <a:ext cx="280713" cy="280713"/>
          </a:xfrm>
          <a:prstGeom prst="rect">
            <a:avLst/>
          </a:prstGeom>
        </p:spPr>
      </p:pic>
      <p:sp>
        <p:nvSpPr>
          <p:cNvPr id="41" name="文本框 70">
            <a:extLst>
              <a:ext uri="{FF2B5EF4-FFF2-40B4-BE49-F238E27FC236}">
                <a16:creationId xmlns:a16="http://schemas.microsoft.com/office/drawing/2014/main" id="{24AD4891-1746-4E97-ECE2-5AB69DCF5C29}"/>
              </a:ext>
            </a:extLst>
          </p:cNvPr>
          <p:cNvSpPr txBox="1"/>
          <p:nvPr/>
        </p:nvSpPr>
        <p:spPr>
          <a:xfrm>
            <a:off x="2166767" y="1287814"/>
            <a:ext cx="870954" cy="261610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rtlCol="0" anchor="ctr"/>
          <a:lstStyle>
            <a:defPPr>
              <a:defRPr lang="zh-CN"/>
            </a:defPPr>
            <a:lvl1pPr marL="184150" algn="ctr">
              <a:spcBef>
                <a:spcPts val="100"/>
              </a:spcBef>
              <a:defRPr sz="1100">
                <a:latin typeface="+mj-lt"/>
              </a:defRPr>
            </a:lvl1pPr>
            <a:lvl2pPr>
              <a:defRPr>
                <a:solidFill>
                  <a:schemeClr val="lt1"/>
                </a:solidFill>
              </a:defRPr>
            </a:lvl2pPr>
            <a:lvl3pPr>
              <a:defRPr>
                <a:solidFill>
                  <a:schemeClr val="lt1"/>
                </a:solidFill>
              </a:defRPr>
            </a:lvl3pPr>
            <a:lvl4pPr>
              <a:defRPr>
                <a:solidFill>
                  <a:schemeClr val="lt1"/>
                </a:solidFill>
              </a:defRPr>
            </a:lvl4pPr>
            <a:lvl5pPr>
              <a:defRPr>
                <a:solidFill>
                  <a:schemeClr val="lt1"/>
                </a:solidFill>
              </a:defRPr>
            </a:lvl5pPr>
            <a:lvl6pPr>
              <a:defRPr>
                <a:solidFill>
                  <a:schemeClr val="lt1"/>
                </a:solidFill>
              </a:defRPr>
            </a:lvl6pPr>
            <a:lvl7pPr>
              <a:defRPr>
                <a:solidFill>
                  <a:schemeClr val="lt1"/>
                </a:solidFill>
              </a:defRPr>
            </a:lvl7pPr>
            <a:lvl8pPr>
              <a:defRPr>
                <a:solidFill>
                  <a:schemeClr val="lt1"/>
                </a:solidFill>
              </a:defRPr>
            </a:lvl8pPr>
            <a:lvl9pPr>
              <a:defRPr>
                <a:solidFill>
                  <a:schemeClr val="lt1"/>
                </a:solidFill>
              </a:defRPr>
            </a:lvl9pPr>
          </a:lstStyle>
          <a:p>
            <a:r>
              <a:rPr lang="zh-CN" altLang="en-US" sz="1000" dirty="0">
                <a:solidFill>
                  <a:schemeClr val="tx1">
                    <a:lumMod val="95000"/>
                    <a:lumOff val="5000"/>
                  </a:schemeClr>
                </a:solidFill>
              </a:rPr>
              <a:t>展示端</a:t>
            </a:r>
          </a:p>
        </p:txBody>
      </p:sp>
      <p:sp>
        <p:nvSpPr>
          <p:cNvPr id="4" name="流程 93">
            <a:extLst>
              <a:ext uri="{FF2B5EF4-FFF2-40B4-BE49-F238E27FC236}">
                <a16:creationId xmlns:a16="http://schemas.microsoft.com/office/drawing/2014/main" id="{6A86A837-8770-8C82-539E-C5EC74958974}"/>
              </a:ext>
            </a:extLst>
          </p:cNvPr>
          <p:cNvSpPr/>
          <p:nvPr/>
        </p:nvSpPr>
        <p:spPr>
          <a:xfrm>
            <a:off x="6736023" y="4523647"/>
            <a:ext cx="1137881" cy="713969"/>
          </a:xfrm>
          <a:prstGeom prst="flowChartProcess">
            <a:avLst/>
          </a:prstGeom>
          <a:solidFill>
            <a:schemeClr val="bg1">
              <a:lumMod val="95000"/>
            </a:schemeClr>
          </a:solidFill>
          <a:ln w="6350">
            <a:solidFill>
              <a:schemeClr val="bg1">
                <a:lumMod val="7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rIns="0" rtlCol="0" anchor="t" anchorCtr="0"/>
          <a:lstStyle/>
          <a:p>
            <a:pPr algn="ctr"/>
            <a:r>
              <a:rPr kumimoji="1" lang="zh-CN" altLang="en-US" sz="1000" dirty="0">
                <a:solidFill>
                  <a:schemeClr val="tx1">
                    <a:lumMod val="95000"/>
                    <a:lumOff val="5000"/>
                  </a:schemeClr>
                </a:solidFill>
                <a:latin typeface="阿里巴巴普惠体 R" panose="00020600040101010101" pitchFamily="18" charset="-122"/>
                <a:ea typeface="阿里巴巴普惠体 R" panose="00020600040101010101" pitchFamily="18" charset="-122"/>
                <a:cs typeface="阿里巴巴普惠体 R" panose="00020600040101010101" pitchFamily="18" charset="-122"/>
              </a:rPr>
              <a:t>审批中心</a:t>
            </a:r>
          </a:p>
        </p:txBody>
      </p:sp>
      <p:sp>
        <p:nvSpPr>
          <p:cNvPr id="8" name="矩形 7">
            <a:extLst>
              <a:ext uri="{FF2B5EF4-FFF2-40B4-BE49-F238E27FC236}">
                <a16:creationId xmlns:a16="http://schemas.microsoft.com/office/drawing/2014/main" id="{B5F0663A-0814-D512-CC94-E18435F4BE37}"/>
              </a:ext>
            </a:extLst>
          </p:cNvPr>
          <p:cNvSpPr/>
          <p:nvPr/>
        </p:nvSpPr>
        <p:spPr>
          <a:xfrm>
            <a:off x="6988833" y="4756733"/>
            <a:ext cx="648000" cy="169450"/>
          </a:xfrm>
          <a:prstGeom prst="rect">
            <a:avLst/>
          </a:prstGeom>
          <a:solidFill>
            <a:srgbClr val="4472C4">
              <a:alpha val="58000"/>
            </a:srgb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algn="ctr"/>
            <a:r>
              <a:rPr kumimoji="1" lang="zh-CN" altLang="en-US" sz="800" dirty="0">
                <a:solidFill>
                  <a:schemeClr val="bg1"/>
                </a:solidFill>
                <a:latin typeface="阿里巴巴普惠体 R" panose="00020600040101010101" pitchFamily="18" charset="-122"/>
                <a:ea typeface="阿里巴巴普惠体 R" panose="00020600040101010101" pitchFamily="18" charset="-122"/>
                <a:cs typeface="阿里巴巴普惠体 R" panose="00020600040101010101" pitchFamily="18" charset="-122"/>
              </a:rPr>
              <a:t>运营审批</a:t>
            </a:r>
            <a:endParaRPr kumimoji="1" lang="en-US" altLang="zh-CN" sz="800" dirty="0">
              <a:solidFill>
                <a:schemeClr val="bg1"/>
              </a:solidFill>
              <a:latin typeface="阿里巴巴普惠体 R" panose="00020600040101010101" pitchFamily="18" charset="-122"/>
              <a:ea typeface="阿里巴巴普惠体 R" panose="00020600040101010101" pitchFamily="18" charset="-122"/>
              <a:cs typeface="阿里巴巴普惠体 R" panose="00020600040101010101" pitchFamily="18" charset="-122"/>
            </a:endParaRPr>
          </a:p>
        </p:txBody>
      </p:sp>
      <p:sp>
        <p:nvSpPr>
          <p:cNvPr id="20" name="矩形 19">
            <a:extLst>
              <a:ext uri="{FF2B5EF4-FFF2-40B4-BE49-F238E27FC236}">
                <a16:creationId xmlns:a16="http://schemas.microsoft.com/office/drawing/2014/main" id="{1E4DC7D1-683E-DAD1-974B-4D1D239783A3}"/>
              </a:ext>
            </a:extLst>
          </p:cNvPr>
          <p:cNvSpPr/>
          <p:nvPr/>
        </p:nvSpPr>
        <p:spPr>
          <a:xfrm>
            <a:off x="6988833" y="4990646"/>
            <a:ext cx="648000" cy="169450"/>
          </a:xfrm>
          <a:prstGeom prst="rect">
            <a:avLst/>
          </a:prstGeom>
          <a:solidFill>
            <a:srgbClr val="4472C4">
              <a:alpha val="58000"/>
            </a:srgb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algn="ctr"/>
            <a:r>
              <a:rPr kumimoji="1" lang="zh-CN" altLang="en-US" sz="800" dirty="0">
                <a:solidFill>
                  <a:schemeClr val="bg1"/>
                </a:solidFill>
                <a:latin typeface="阿里巴巴普惠体 R" panose="00020600040101010101" pitchFamily="18" charset="-122"/>
                <a:ea typeface="阿里巴巴普惠体 R" panose="00020600040101010101" pitchFamily="18" charset="-122"/>
                <a:cs typeface="阿里巴巴普惠体 R" panose="00020600040101010101" pitchFamily="18" charset="-122"/>
              </a:rPr>
              <a:t>事前审批</a:t>
            </a:r>
            <a:endParaRPr kumimoji="1" lang="en-US" altLang="zh-CN" sz="800" dirty="0">
              <a:solidFill>
                <a:schemeClr val="bg1"/>
              </a:solidFill>
              <a:latin typeface="阿里巴巴普惠体 R" panose="00020600040101010101" pitchFamily="18" charset="-122"/>
              <a:ea typeface="阿里巴巴普惠体 R" panose="00020600040101010101" pitchFamily="18" charset="-122"/>
              <a:cs typeface="阿里巴巴普惠体 R" panose="00020600040101010101" pitchFamily="18" charset="-122"/>
            </a:endParaRPr>
          </a:p>
        </p:txBody>
      </p:sp>
      <p:sp>
        <p:nvSpPr>
          <p:cNvPr id="34" name="流程 93">
            <a:extLst>
              <a:ext uri="{FF2B5EF4-FFF2-40B4-BE49-F238E27FC236}">
                <a16:creationId xmlns:a16="http://schemas.microsoft.com/office/drawing/2014/main" id="{76A8C638-ED87-BCEB-F7D8-5AAFD80DB0F4}"/>
              </a:ext>
            </a:extLst>
          </p:cNvPr>
          <p:cNvSpPr/>
          <p:nvPr/>
        </p:nvSpPr>
        <p:spPr>
          <a:xfrm>
            <a:off x="5507089" y="5318266"/>
            <a:ext cx="2366816" cy="314689"/>
          </a:xfrm>
          <a:prstGeom prst="flowChartProcess">
            <a:avLst/>
          </a:prstGeom>
          <a:solidFill>
            <a:schemeClr val="bg1">
              <a:lumMod val="95000"/>
            </a:schemeClr>
          </a:solidFill>
          <a:ln w="6350">
            <a:solidFill>
              <a:schemeClr val="bg1">
                <a:lumMod val="7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rIns="0" rtlCol="0" anchor="t" anchorCtr="0"/>
          <a:lstStyle/>
          <a:p>
            <a:pPr algn="ctr"/>
            <a:endParaRPr kumimoji="1" lang="zh-CN" altLang="en-US" sz="1000" dirty="0">
              <a:solidFill>
                <a:schemeClr val="tx1">
                  <a:lumMod val="95000"/>
                  <a:lumOff val="5000"/>
                </a:schemeClr>
              </a:solidFill>
              <a:latin typeface="阿里巴巴普惠体 R" panose="00020600040101010101" pitchFamily="18" charset="-122"/>
              <a:ea typeface="阿里巴巴普惠体 R" panose="00020600040101010101" pitchFamily="18" charset="-122"/>
              <a:cs typeface="阿里巴巴普惠体 R" panose="00020600040101010101" pitchFamily="18" charset="-122"/>
            </a:endParaRPr>
          </a:p>
        </p:txBody>
      </p:sp>
      <p:sp>
        <p:nvSpPr>
          <p:cNvPr id="35" name="文本框 69">
            <a:extLst>
              <a:ext uri="{FF2B5EF4-FFF2-40B4-BE49-F238E27FC236}">
                <a16:creationId xmlns:a16="http://schemas.microsoft.com/office/drawing/2014/main" id="{0AA97639-0736-5852-3ECB-05C8190BD15A}"/>
              </a:ext>
            </a:extLst>
          </p:cNvPr>
          <p:cNvSpPr txBox="1"/>
          <p:nvPr/>
        </p:nvSpPr>
        <p:spPr>
          <a:xfrm>
            <a:off x="5449691" y="5338034"/>
            <a:ext cx="619068" cy="318012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rtlCol="0" anchor="ctr"/>
          <a:lstStyle>
            <a:defPPr>
              <a:defRPr lang="zh-CN"/>
            </a:defPPr>
            <a:lvl1pPr marL="184150" algn="ctr">
              <a:spcBef>
                <a:spcPts val="100"/>
              </a:spcBef>
              <a:defRPr sz="1100">
                <a:solidFill>
                  <a:schemeClr val="tx1">
                    <a:lumMod val="95000"/>
                    <a:lumOff val="5000"/>
                  </a:schemeClr>
                </a:solidFill>
                <a:latin typeface="+mj-lt"/>
              </a:defRPr>
            </a:lvl1pPr>
            <a:lvl2pPr>
              <a:defRPr>
                <a:solidFill>
                  <a:schemeClr val="lt1"/>
                </a:solidFill>
              </a:defRPr>
            </a:lvl2pPr>
            <a:lvl3pPr>
              <a:defRPr>
                <a:solidFill>
                  <a:schemeClr val="lt1"/>
                </a:solidFill>
              </a:defRPr>
            </a:lvl3pPr>
            <a:lvl4pPr>
              <a:defRPr>
                <a:solidFill>
                  <a:schemeClr val="lt1"/>
                </a:solidFill>
              </a:defRPr>
            </a:lvl4pPr>
            <a:lvl5pPr>
              <a:defRPr>
                <a:solidFill>
                  <a:schemeClr val="lt1"/>
                </a:solidFill>
              </a:defRPr>
            </a:lvl5pPr>
            <a:lvl6pPr>
              <a:defRPr>
                <a:solidFill>
                  <a:schemeClr val="lt1"/>
                </a:solidFill>
              </a:defRPr>
            </a:lvl6pPr>
            <a:lvl7pPr>
              <a:defRPr>
                <a:solidFill>
                  <a:schemeClr val="lt1"/>
                </a:solidFill>
              </a:defRPr>
            </a:lvl7pPr>
            <a:lvl8pPr>
              <a:defRPr>
                <a:solidFill>
                  <a:schemeClr val="lt1"/>
                </a:solidFill>
              </a:defRPr>
            </a:lvl8pPr>
            <a:lvl9pPr>
              <a:defRPr>
                <a:solidFill>
                  <a:schemeClr val="lt1"/>
                </a:solidFill>
              </a:defRPr>
            </a:lvl9pPr>
          </a:lstStyle>
          <a:p>
            <a:r>
              <a:rPr lang="zh-CN" altLang="en-US" sz="800" dirty="0"/>
              <a:t>策略</a:t>
            </a:r>
            <a:endParaRPr lang="en-US" altLang="zh-CN" sz="800" dirty="0"/>
          </a:p>
          <a:p>
            <a:r>
              <a:rPr lang="zh-CN" altLang="en-US" sz="800" dirty="0"/>
              <a:t>管理</a:t>
            </a:r>
          </a:p>
        </p:txBody>
      </p:sp>
      <p:sp>
        <p:nvSpPr>
          <p:cNvPr id="36" name="矩形 35">
            <a:extLst>
              <a:ext uri="{FF2B5EF4-FFF2-40B4-BE49-F238E27FC236}">
                <a16:creationId xmlns:a16="http://schemas.microsoft.com/office/drawing/2014/main" id="{04770791-A37D-120C-C670-22F5C765B95D}"/>
              </a:ext>
            </a:extLst>
          </p:cNvPr>
          <p:cNvSpPr/>
          <p:nvPr/>
        </p:nvSpPr>
        <p:spPr>
          <a:xfrm>
            <a:off x="6143808" y="5367611"/>
            <a:ext cx="794117" cy="216000"/>
          </a:xfrm>
          <a:prstGeom prst="rect">
            <a:avLst/>
          </a:prstGeom>
          <a:solidFill>
            <a:srgbClr val="4472C4">
              <a:alpha val="58000"/>
            </a:srgb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algn="ctr"/>
            <a:r>
              <a:rPr kumimoji="1" lang="zh-CN" altLang="en-US" sz="800" dirty="0">
                <a:solidFill>
                  <a:schemeClr val="bg1"/>
                </a:solidFill>
                <a:latin typeface="阿里巴巴普惠体 R" panose="00020600040101010101" pitchFamily="18" charset="-122"/>
                <a:ea typeface="阿里巴巴普惠体 R" panose="00020600040101010101" pitchFamily="18" charset="-122"/>
                <a:cs typeface="阿里巴巴普惠体 R" panose="00020600040101010101" pitchFamily="18" charset="-122"/>
              </a:rPr>
              <a:t>权重设置</a:t>
            </a:r>
            <a:endParaRPr kumimoji="1" lang="en-US" altLang="zh-CN" sz="800" dirty="0">
              <a:solidFill>
                <a:schemeClr val="bg1"/>
              </a:solidFill>
              <a:latin typeface="阿里巴巴普惠体 R" panose="00020600040101010101" pitchFamily="18" charset="-122"/>
              <a:ea typeface="阿里巴巴普惠体 R" panose="00020600040101010101" pitchFamily="18" charset="-122"/>
              <a:cs typeface="阿里巴巴普惠体 R" panose="00020600040101010101" pitchFamily="18" charset="-122"/>
            </a:endParaRPr>
          </a:p>
        </p:txBody>
      </p:sp>
      <p:sp>
        <p:nvSpPr>
          <p:cNvPr id="37" name="矩形 36">
            <a:extLst>
              <a:ext uri="{FF2B5EF4-FFF2-40B4-BE49-F238E27FC236}">
                <a16:creationId xmlns:a16="http://schemas.microsoft.com/office/drawing/2014/main" id="{7FD8F8ED-021C-DC9F-F1F4-389F067ECFAD}"/>
              </a:ext>
            </a:extLst>
          </p:cNvPr>
          <p:cNvSpPr/>
          <p:nvPr/>
        </p:nvSpPr>
        <p:spPr>
          <a:xfrm>
            <a:off x="7020807" y="5367611"/>
            <a:ext cx="794117" cy="216000"/>
          </a:xfrm>
          <a:prstGeom prst="rect">
            <a:avLst/>
          </a:prstGeom>
          <a:solidFill>
            <a:srgbClr val="4472C4">
              <a:alpha val="58000"/>
            </a:srgb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algn="ctr"/>
            <a:r>
              <a:rPr kumimoji="1" lang="zh-CN" altLang="en-US" sz="800" dirty="0">
                <a:solidFill>
                  <a:schemeClr val="bg1"/>
                </a:solidFill>
                <a:latin typeface="阿里巴巴普惠体 R" panose="00020600040101010101" pitchFamily="18" charset="-122"/>
                <a:ea typeface="阿里巴巴普惠体 R" panose="00020600040101010101" pitchFamily="18" charset="-122"/>
                <a:cs typeface="阿里巴巴普惠体 R" panose="00020600040101010101" pitchFamily="18" charset="-122"/>
              </a:rPr>
              <a:t>优先级</a:t>
            </a:r>
            <a:endParaRPr kumimoji="1" lang="en-US" altLang="zh-CN" sz="800" dirty="0">
              <a:solidFill>
                <a:schemeClr val="bg1"/>
              </a:solidFill>
              <a:latin typeface="阿里巴巴普惠体 R" panose="00020600040101010101" pitchFamily="18" charset="-122"/>
              <a:ea typeface="阿里巴巴普惠体 R" panose="00020600040101010101" pitchFamily="18" charset="-122"/>
              <a:cs typeface="阿里巴巴普惠体 R" panose="00020600040101010101" pitchFamily="18" charset="-122"/>
            </a:endParaRPr>
          </a:p>
        </p:txBody>
      </p:sp>
    </p:spTree>
    <p:extLst>
      <p:ext uri="{BB962C8B-B14F-4D97-AF65-F5344CB8AC3E}">
        <p14:creationId xmlns:p14="http://schemas.microsoft.com/office/powerpoint/2010/main" val="139698392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标题 7">
            <a:extLst>
              <a:ext uri="{FF2B5EF4-FFF2-40B4-BE49-F238E27FC236}">
                <a16:creationId xmlns:a16="http://schemas.microsoft.com/office/drawing/2014/main" id="{CC8AC65F-C76B-FCBD-84C5-B0D4356CBFE2}"/>
              </a:ext>
            </a:extLst>
          </p:cNvPr>
          <p:cNvSpPr txBox="1">
            <a:spLocks/>
          </p:cNvSpPr>
          <p:nvPr/>
        </p:nvSpPr>
        <p:spPr>
          <a:xfrm>
            <a:off x="1072004" y="489840"/>
            <a:ext cx="7348982" cy="458351"/>
          </a:xfrm>
          <a:prstGeom prst="rect">
            <a:avLst/>
          </a:prstGeom>
        </p:spPr>
        <p:txBody>
          <a:bodyPr/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28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zh-CN" altLang="en-US" b="1" dirty="0"/>
              <a:t>功能结构图</a:t>
            </a:r>
            <a:endParaRPr lang="zh-CN" altLang="en-US" dirty="0">
              <a:solidFill>
                <a:schemeClr val="accent5">
                  <a:lumMod val="75000"/>
                </a:schemeClr>
              </a:solidFill>
            </a:endParaRPr>
          </a:p>
        </p:txBody>
      </p:sp>
      <p:sp>
        <p:nvSpPr>
          <p:cNvPr id="4" name="文本框 3">
            <a:extLst>
              <a:ext uri="{FF2B5EF4-FFF2-40B4-BE49-F238E27FC236}">
                <a16:creationId xmlns:a16="http://schemas.microsoft.com/office/drawing/2014/main" id="{41F6DE90-431B-7D39-0957-A7BE448485CC}"/>
              </a:ext>
            </a:extLst>
          </p:cNvPr>
          <p:cNvSpPr txBox="1"/>
          <p:nvPr/>
        </p:nvSpPr>
        <p:spPr>
          <a:xfrm>
            <a:off x="1072003" y="182063"/>
            <a:ext cx="5319832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 sz="1400" b="1" dirty="0">
                <a:solidFill>
                  <a:srgbClr val="C00000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Calibri" panose="020F0502020204030204" pitchFamily="34" charset="0"/>
              </a:rPr>
              <a:t>Functional Structure Diagram</a:t>
            </a:r>
            <a:endParaRPr lang="zh-CN" altLang="en-US" sz="1400" b="1" dirty="0">
              <a:solidFill>
                <a:srgbClr val="C00000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5" name="矩形: 圆角 4">
            <a:extLst>
              <a:ext uri="{FF2B5EF4-FFF2-40B4-BE49-F238E27FC236}">
                <a16:creationId xmlns:a16="http://schemas.microsoft.com/office/drawing/2014/main" id="{213B3F42-519D-24E7-E91D-321192714710}"/>
              </a:ext>
            </a:extLst>
          </p:cNvPr>
          <p:cNvSpPr/>
          <p:nvPr/>
        </p:nvSpPr>
        <p:spPr>
          <a:xfrm>
            <a:off x="-3051" y="1130300"/>
            <a:ext cx="12955651" cy="857250"/>
          </a:xfrm>
          <a:prstGeom prst="roundRect">
            <a:avLst>
              <a:gd name="adj" fmla="val 10000"/>
            </a:avLst>
          </a:prstGeom>
          <a:solidFill>
            <a:srgbClr val="4453C4"/>
          </a:solidFill>
          <a:ln>
            <a:solidFill>
              <a:srgbClr val="4453C4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grpSp>
        <p:nvGrpSpPr>
          <p:cNvPr id="48" name="组合 47">
            <a:extLst>
              <a:ext uri="{FF2B5EF4-FFF2-40B4-BE49-F238E27FC236}">
                <a16:creationId xmlns:a16="http://schemas.microsoft.com/office/drawing/2014/main" id="{9A5C1D63-0598-2BAB-2DAE-8B312C6345CA}"/>
              </a:ext>
            </a:extLst>
          </p:cNvPr>
          <p:cNvGrpSpPr/>
          <p:nvPr/>
        </p:nvGrpSpPr>
        <p:grpSpPr>
          <a:xfrm>
            <a:off x="12436019" y="2102297"/>
            <a:ext cx="516582" cy="1497706"/>
            <a:chOff x="12436019" y="2129614"/>
            <a:chExt cx="516582" cy="1497706"/>
          </a:xfrm>
        </p:grpSpPr>
        <p:sp>
          <p:nvSpPr>
            <p:cNvPr id="16" name="矩形: 圆角 15">
              <a:extLst>
                <a:ext uri="{FF2B5EF4-FFF2-40B4-BE49-F238E27FC236}">
                  <a16:creationId xmlns:a16="http://schemas.microsoft.com/office/drawing/2014/main" id="{4370E543-62FB-2222-7881-9D4223C494E2}"/>
                </a:ext>
              </a:extLst>
            </p:cNvPr>
            <p:cNvSpPr/>
            <p:nvPr/>
          </p:nvSpPr>
          <p:spPr>
            <a:xfrm>
              <a:off x="12436019" y="2129614"/>
              <a:ext cx="516582" cy="1497706"/>
            </a:xfrm>
            <a:prstGeom prst="roundRect">
              <a:avLst>
                <a:gd name="adj" fmla="val 10000"/>
              </a:avLst>
            </a:prstGeom>
            <a:solidFill>
              <a:srgbClr val="4472C4"/>
            </a:solidFill>
            <a:ln>
              <a:solidFill>
                <a:srgbClr val="4472C4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dirty="0"/>
            </a:p>
          </p:txBody>
        </p:sp>
        <p:sp>
          <p:nvSpPr>
            <p:cNvPr id="17" name="文本框 16">
              <a:extLst>
                <a:ext uri="{FF2B5EF4-FFF2-40B4-BE49-F238E27FC236}">
                  <a16:creationId xmlns:a16="http://schemas.microsoft.com/office/drawing/2014/main" id="{2B52ADF2-DA82-3B1B-71EF-CEE17890A135}"/>
                </a:ext>
              </a:extLst>
            </p:cNvPr>
            <p:cNvSpPr txBox="1"/>
            <p:nvPr/>
          </p:nvSpPr>
          <p:spPr>
            <a:xfrm>
              <a:off x="12436019" y="2333718"/>
              <a:ext cx="461665" cy="1089498"/>
            </a:xfrm>
            <a:prstGeom prst="rect">
              <a:avLst/>
            </a:prstGeom>
            <a:noFill/>
            <a:ln>
              <a:solidFill>
                <a:srgbClr val="4472C4"/>
              </a:solidFill>
            </a:ln>
          </p:spPr>
          <p:txBody>
            <a:bodyPr vert="eaVert" wrap="square" rtlCol="0">
              <a:spAutoFit/>
            </a:bodyPr>
            <a:lstStyle/>
            <a:p>
              <a:r>
                <a:rPr lang="zh-CN" altLang="en-US" dirty="0">
                  <a:solidFill>
                    <a:schemeClr val="bg1"/>
                  </a:solidFill>
                  <a:latin typeface="阿里巴巴普惠体 R" panose="00020600040101010101" pitchFamily="18" charset="-122"/>
                  <a:ea typeface="阿里巴巴普惠体 R" panose="00020600040101010101" pitchFamily="18" charset="-122"/>
                  <a:cs typeface="阿里巴巴普惠体 R" panose="00020600040101010101" pitchFamily="18" charset="-122"/>
                </a:rPr>
                <a:t>审批中心</a:t>
              </a:r>
            </a:p>
          </p:txBody>
        </p:sp>
      </p:grpSp>
      <p:grpSp>
        <p:nvGrpSpPr>
          <p:cNvPr id="47" name="组合 46">
            <a:extLst>
              <a:ext uri="{FF2B5EF4-FFF2-40B4-BE49-F238E27FC236}">
                <a16:creationId xmlns:a16="http://schemas.microsoft.com/office/drawing/2014/main" id="{E7BD8029-DAC9-77EB-857E-590BD54F4580}"/>
              </a:ext>
            </a:extLst>
          </p:cNvPr>
          <p:cNvGrpSpPr/>
          <p:nvPr/>
        </p:nvGrpSpPr>
        <p:grpSpPr>
          <a:xfrm>
            <a:off x="11269686" y="2102297"/>
            <a:ext cx="1103848" cy="1497706"/>
            <a:chOff x="11269686" y="2129614"/>
            <a:chExt cx="1103848" cy="1497706"/>
          </a:xfrm>
        </p:grpSpPr>
        <p:sp>
          <p:nvSpPr>
            <p:cNvPr id="15" name="矩形: 圆角 14">
              <a:extLst>
                <a:ext uri="{FF2B5EF4-FFF2-40B4-BE49-F238E27FC236}">
                  <a16:creationId xmlns:a16="http://schemas.microsoft.com/office/drawing/2014/main" id="{19ABCC6F-CA6E-0C30-CFAE-7B352248859D}"/>
                </a:ext>
              </a:extLst>
            </p:cNvPr>
            <p:cNvSpPr/>
            <p:nvPr/>
          </p:nvSpPr>
          <p:spPr>
            <a:xfrm>
              <a:off x="11269686" y="2129614"/>
              <a:ext cx="1103848" cy="1497706"/>
            </a:xfrm>
            <a:prstGeom prst="roundRect">
              <a:avLst>
                <a:gd name="adj" fmla="val 8000"/>
              </a:avLst>
            </a:prstGeom>
            <a:solidFill>
              <a:srgbClr val="4472C4"/>
            </a:solidFill>
            <a:ln>
              <a:solidFill>
                <a:srgbClr val="4472C4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18" name="文本框 17">
              <a:extLst>
                <a:ext uri="{FF2B5EF4-FFF2-40B4-BE49-F238E27FC236}">
                  <a16:creationId xmlns:a16="http://schemas.microsoft.com/office/drawing/2014/main" id="{0BFD0BCF-755B-602B-36AD-6D166B5C5E65}"/>
                </a:ext>
              </a:extLst>
            </p:cNvPr>
            <p:cNvSpPr txBox="1"/>
            <p:nvPr/>
          </p:nvSpPr>
          <p:spPr>
            <a:xfrm>
              <a:off x="11555435" y="2333718"/>
              <a:ext cx="461665" cy="1089498"/>
            </a:xfrm>
            <a:prstGeom prst="rect">
              <a:avLst/>
            </a:prstGeom>
            <a:noFill/>
            <a:ln>
              <a:solidFill>
                <a:srgbClr val="4472C4"/>
              </a:solidFill>
            </a:ln>
          </p:spPr>
          <p:txBody>
            <a:bodyPr vert="eaVert" wrap="square" rtlCol="0">
              <a:spAutoFit/>
            </a:bodyPr>
            <a:lstStyle/>
            <a:p>
              <a:r>
                <a:rPr lang="zh-CN" altLang="en-US" dirty="0">
                  <a:solidFill>
                    <a:schemeClr val="bg1"/>
                  </a:solidFill>
                  <a:latin typeface="阿里巴巴普惠体 R" panose="00020600040101010101" pitchFamily="18" charset="-122"/>
                  <a:ea typeface="阿里巴巴普惠体 R" panose="00020600040101010101" pitchFamily="18" charset="-122"/>
                  <a:cs typeface="阿里巴巴普惠体 R" panose="00020600040101010101" pitchFamily="18" charset="-122"/>
                </a:rPr>
                <a:t>系统管理</a:t>
              </a:r>
            </a:p>
          </p:txBody>
        </p:sp>
      </p:grpSp>
      <p:grpSp>
        <p:nvGrpSpPr>
          <p:cNvPr id="46" name="组合 45">
            <a:extLst>
              <a:ext uri="{FF2B5EF4-FFF2-40B4-BE49-F238E27FC236}">
                <a16:creationId xmlns:a16="http://schemas.microsoft.com/office/drawing/2014/main" id="{588BA08B-2AD3-487D-5EDF-077F94CEB577}"/>
              </a:ext>
            </a:extLst>
          </p:cNvPr>
          <p:cNvGrpSpPr/>
          <p:nvPr/>
        </p:nvGrpSpPr>
        <p:grpSpPr>
          <a:xfrm>
            <a:off x="9504320" y="2102297"/>
            <a:ext cx="1694681" cy="1497706"/>
            <a:chOff x="9504320" y="2129614"/>
            <a:chExt cx="1694681" cy="1497706"/>
          </a:xfrm>
        </p:grpSpPr>
        <p:sp>
          <p:nvSpPr>
            <p:cNvPr id="14" name="矩形: 圆角 13">
              <a:extLst>
                <a:ext uri="{FF2B5EF4-FFF2-40B4-BE49-F238E27FC236}">
                  <a16:creationId xmlns:a16="http://schemas.microsoft.com/office/drawing/2014/main" id="{9B5761BE-EF38-CAA2-51E6-611B1D71BF57}"/>
                </a:ext>
              </a:extLst>
            </p:cNvPr>
            <p:cNvSpPr/>
            <p:nvPr/>
          </p:nvSpPr>
          <p:spPr>
            <a:xfrm>
              <a:off x="9504320" y="2129614"/>
              <a:ext cx="1694681" cy="1497706"/>
            </a:xfrm>
            <a:prstGeom prst="roundRect">
              <a:avLst>
                <a:gd name="adj" fmla="val 8000"/>
              </a:avLst>
            </a:prstGeom>
            <a:solidFill>
              <a:srgbClr val="4472C4"/>
            </a:solidFill>
            <a:ln>
              <a:solidFill>
                <a:srgbClr val="4472C4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dirty="0"/>
            </a:p>
          </p:txBody>
        </p:sp>
        <p:sp>
          <p:nvSpPr>
            <p:cNvPr id="19" name="文本框 18">
              <a:extLst>
                <a:ext uri="{FF2B5EF4-FFF2-40B4-BE49-F238E27FC236}">
                  <a16:creationId xmlns:a16="http://schemas.microsoft.com/office/drawing/2014/main" id="{B69CEDDE-BCC9-422A-DA0D-DC2C07FBFC3C}"/>
                </a:ext>
              </a:extLst>
            </p:cNvPr>
            <p:cNvSpPr txBox="1"/>
            <p:nvPr/>
          </p:nvSpPr>
          <p:spPr>
            <a:xfrm>
              <a:off x="10197964" y="2333718"/>
              <a:ext cx="461665" cy="1089498"/>
            </a:xfrm>
            <a:prstGeom prst="rect">
              <a:avLst/>
            </a:prstGeom>
            <a:noFill/>
            <a:ln>
              <a:solidFill>
                <a:srgbClr val="4472C4"/>
              </a:solidFill>
            </a:ln>
          </p:spPr>
          <p:txBody>
            <a:bodyPr vert="eaVert" wrap="square" rtlCol="0">
              <a:spAutoFit/>
            </a:bodyPr>
            <a:lstStyle/>
            <a:p>
              <a:r>
                <a:rPr lang="zh-CN" altLang="en-US" dirty="0">
                  <a:solidFill>
                    <a:schemeClr val="bg1"/>
                  </a:solidFill>
                  <a:latin typeface="阿里巴巴普惠体 R" panose="00020600040101010101" pitchFamily="18" charset="-122"/>
                  <a:ea typeface="阿里巴巴普惠体 R" panose="00020600040101010101" pitchFamily="18" charset="-122"/>
                  <a:cs typeface="阿里巴巴普惠体 R" panose="00020600040101010101" pitchFamily="18" charset="-122"/>
                </a:rPr>
                <a:t>库存中心</a:t>
              </a:r>
            </a:p>
          </p:txBody>
        </p:sp>
      </p:grpSp>
      <p:grpSp>
        <p:nvGrpSpPr>
          <p:cNvPr id="35" name="组合 34">
            <a:extLst>
              <a:ext uri="{FF2B5EF4-FFF2-40B4-BE49-F238E27FC236}">
                <a16:creationId xmlns:a16="http://schemas.microsoft.com/office/drawing/2014/main" id="{09CD86DD-32DD-50EB-CED9-8E4FF4338BBB}"/>
              </a:ext>
            </a:extLst>
          </p:cNvPr>
          <p:cNvGrpSpPr/>
          <p:nvPr/>
        </p:nvGrpSpPr>
        <p:grpSpPr>
          <a:xfrm>
            <a:off x="8920647" y="2102297"/>
            <a:ext cx="512987" cy="1497706"/>
            <a:chOff x="8920647" y="2139667"/>
            <a:chExt cx="512987" cy="1497706"/>
          </a:xfrm>
        </p:grpSpPr>
        <p:sp>
          <p:nvSpPr>
            <p:cNvPr id="13" name="矩形: 圆角 12">
              <a:extLst>
                <a:ext uri="{FF2B5EF4-FFF2-40B4-BE49-F238E27FC236}">
                  <a16:creationId xmlns:a16="http://schemas.microsoft.com/office/drawing/2014/main" id="{1D3863A3-7E7C-131D-2BB8-E37734107A19}"/>
                </a:ext>
              </a:extLst>
            </p:cNvPr>
            <p:cNvSpPr/>
            <p:nvPr/>
          </p:nvSpPr>
          <p:spPr>
            <a:xfrm>
              <a:off x="8920647" y="2139667"/>
              <a:ext cx="512987" cy="1497706"/>
            </a:xfrm>
            <a:prstGeom prst="roundRect">
              <a:avLst>
                <a:gd name="adj" fmla="val 10000"/>
              </a:avLst>
            </a:prstGeom>
            <a:solidFill>
              <a:srgbClr val="4472C4"/>
            </a:solidFill>
            <a:ln>
              <a:solidFill>
                <a:srgbClr val="4472C4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20" name="文本框 19">
              <a:extLst>
                <a:ext uri="{FF2B5EF4-FFF2-40B4-BE49-F238E27FC236}">
                  <a16:creationId xmlns:a16="http://schemas.microsoft.com/office/drawing/2014/main" id="{082127BC-B69D-4C2F-98C4-87E8DE97F17B}"/>
                </a:ext>
              </a:extLst>
            </p:cNvPr>
            <p:cNvSpPr txBox="1"/>
            <p:nvPr/>
          </p:nvSpPr>
          <p:spPr>
            <a:xfrm>
              <a:off x="8928713" y="2343771"/>
              <a:ext cx="461665" cy="1089498"/>
            </a:xfrm>
            <a:prstGeom prst="rect">
              <a:avLst/>
            </a:prstGeom>
            <a:noFill/>
            <a:ln>
              <a:solidFill>
                <a:srgbClr val="4472C4"/>
              </a:solidFill>
            </a:ln>
          </p:spPr>
          <p:txBody>
            <a:bodyPr vert="eaVert" wrap="square" rtlCol="0">
              <a:spAutoFit/>
            </a:bodyPr>
            <a:lstStyle/>
            <a:p>
              <a:r>
                <a:rPr lang="zh-CN" altLang="en-US" dirty="0">
                  <a:solidFill>
                    <a:schemeClr val="bg1"/>
                  </a:solidFill>
                  <a:latin typeface="阿里巴巴普惠体 R" panose="00020600040101010101" pitchFamily="18" charset="-122"/>
                  <a:ea typeface="阿里巴巴普惠体 R" panose="00020600040101010101" pitchFamily="18" charset="-122"/>
                  <a:cs typeface="阿里巴巴普惠体 R" panose="00020600040101010101" pitchFamily="18" charset="-122"/>
                </a:rPr>
                <a:t>价格中心</a:t>
              </a:r>
            </a:p>
          </p:txBody>
        </p:sp>
      </p:grpSp>
      <p:grpSp>
        <p:nvGrpSpPr>
          <p:cNvPr id="34" name="组合 33">
            <a:extLst>
              <a:ext uri="{FF2B5EF4-FFF2-40B4-BE49-F238E27FC236}">
                <a16:creationId xmlns:a16="http://schemas.microsoft.com/office/drawing/2014/main" id="{E594709A-469A-D260-9426-B89D85D7D2C7}"/>
              </a:ext>
            </a:extLst>
          </p:cNvPr>
          <p:cNvGrpSpPr/>
          <p:nvPr/>
        </p:nvGrpSpPr>
        <p:grpSpPr>
          <a:xfrm>
            <a:off x="7153868" y="2102297"/>
            <a:ext cx="1688890" cy="1497706"/>
            <a:chOff x="7153868" y="2129614"/>
            <a:chExt cx="1688890" cy="1497706"/>
          </a:xfrm>
        </p:grpSpPr>
        <p:sp>
          <p:nvSpPr>
            <p:cNvPr id="12" name="矩形: 圆角 11">
              <a:extLst>
                <a:ext uri="{FF2B5EF4-FFF2-40B4-BE49-F238E27FC236}">
                  <a16:creationId xmlns:a16="http://schemas.microsoft.com/office/drawing/2014/main" id="{723CDB3D-3C77-4910-917F-4FC4D2B03CF5}"/>
                </a:ext>
              </a:extLst>
            </p:cNvPr>
            <p:cNvSpPr/>
            <p:nvPr/>
          </p:nvSpPr>
          <p:spPr>
            <a:xfrm>
              <a:off x="7153868" y="2129614"/>
              <a:ext cx="1688890" cy="1497706"/>
            </a:xfrm>
            <a:prstGeom prst="roundRect">
              <a:avLst>
                <a:gd name="adj" fmla="val 8000"/>
              </a:avLst>
            </a:prstGeom>
            <a:solidFill>
              <a:srgbClr val="4472C4"/>
            </a:solidFill>
            <a:ln>
              <a:solidFill>
                <a:srgbClr val="4472C4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21" name="文本框 20">
              <a:extLst>
                <a:ext uri="{FF2B5EF4-FFF2-40B4-BE49-F238E27FC236}">
                  <a16:creationId xmlns:a16="http://schemas.microsoft.com/office/drawing/2014/main" id="{06F66207-A320-9239-A9FF-97E8FF56134D}"/>
                </a:ext>
              </a:extLst>
            </p:cNvPr>
            <p:cNvSpPr txBox="1"/>
            <p:nvPr/>
          </p:nvSpPr>
          <p:spPr>
            <a:xfrm>
              <a:off x="7815228" y="2347233"/>
              <a:ext cx="461665" cy="1089498"/>
            </a:xfrm>
            <a:prstGeom prst="rect">
              <a:avLst/>
            </a:prstGeom>
            <a:noFill/>
            <a:ln>
              <a:solidFill>
                <a:srgbClr val="4472C4"/>
              </a:solidFill>
            </a:ln>
          </p:spPr>
          <p:txBody>
            <a:bodyPr vert="eaVert" wrap="square" rtlCol="0">
              <a:spAutoFit/>
            </a:bodyPr>
            <a:lstStyle/>
            <a:p>
              <a:r>
                <a:rPr lang="zh-CN" altLang="en-US" dirty="0">
                  <a:solidFill>
                    <a:schemeClr val="bg1"/>
                  </a:solidFill>
                  <a:latin typeface="阿里巴巴普惠体 R" panose="00020600040101010101" pitchFamily="18" charset="-122"/>
                  <a:ea typeface="阿里巴巴普惠体 R" panose="00020600040101010101" pitchFamily="18" charset="-122"/>
                  <a:cs typeface="阿里巴巴普惠体 R" panose="00020600040101010101" pitchFamily="18" charset="-122"/>
                </a:rPr>
                <a:t>订单中心</a:t>
              </a:r>
            </a:p>
          </p:txBody>
        </p:sp>
      </p:grpSp>
      <p:grpSp>
        <p:nvGrpSpPr>
          <p:cNvPr id="33" name="组合 32">
            <a:extLst>
              <a:ext uri="{FF2B5EF4-FFF2-40B4-BE49-F238E27FC236}">
                <a16:creationId xmlns:a16="http://schemas.microsoft.com/office/drawing/2014/main" id="{F4053625-D7CC-544E-0B65-734C44FDDC27}"/>
              </a:ext>
            </a:extLst>
          </p:cNvPr>
          <p:cNvGrpSpPr/>
          <p:nvPr/>
        </p:nvGrpSpPr>
        <p:grpSpPr>
          <a:xfrm>
            <a:off x="6561366" y="2102297"/>
            <a:ext cx="514613" cy="1497706"/>
            <a:chOff x="6561366" y="2141188"/>
            <a:chExt cx="514613" cy="1497706"/>
          </a:xfrm>
        </p:grpSpPr>
        <p:sp>
          <p:nvSpPr>
            <p:cNvPr id="11" name="矩形: 圆角 10">
              <a:extLst>
                <a:ext uri="{FF2B5EF4-FFF2-40B4-BE49-F238E27FC236}">
                  <a16:creationId xmlns:a16="http://schemas.microsoft.com/office/drawing/2014/main" id="{AD0D6510-228E-91B9-70CF-39B65C181361}"/>
                </a:ext>
              </a:extLst>
            </p:cNvPr>
            <p:cNvSpPr/>
            <p:nvPr/>
          </p:nvSpPr>
          <p:spPr>
            <a:xfrm>
              <a:off x="6561366" y="2141188"/>
              <a:ext cx="514613" cy="1497706"/>
            </a:xfrm>
            <a:prstGeom prst="roundRect">
              <a:avLst>
                <a:gd name="adj" fmla="val 10000"/>
              </a:avLst>
            </a:prstGeom>
            <a:solidFill>
              <a:srgbClr val="4472C4"/>
            </a:solidFill>
            <a:ln>
              <a:solidFill>
                <a:srgbClr val="4472C4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dirty="0"/>
            </a:p>
          </p:txBody>
        </p:sp>
        <p:sp>
          <p:nvSpPr>
            <p:cNvPr id="22" name="文本框 21">
              <a:extLst>
                <a:ext uri="{FF2B5EF4-FFF2-40B4-BE49-F238E27FC236}">
                  <a16:creationId xmlns:a16="http://schemas.microsoft.com/office/drawing/2014/main" id="{E5A15DF9-5EAF-97E5-405E-EC70134B4ABD}"/>
                </a:ext>
              </a:extLst>
            </p:cNvPr>
            <p:cNvSpPr txBox="1"/>
            <p:nvPr/>
          </p:nvSpPr>
          <p:spPr>
            <a:xfrm>
              <a:off x="6574066" y="2326465"/>
              <a:ext cx="461665" cy="1089498"/>
            </a:xfrm>
            <a:prstGeom prst="rect">
              <a:avLst/>
            </a:prstGeom>
            <a:noFill/>
            <a:ln>
              <a:solidFill>
                <a:srgbClr val="4472C4"/>
              </a:solidFill>
            </a:ln>
          </p:spPr>
          <p:txBody>
            <a:bodyPr vert="eaVert" wrap="square" rtlCol="0">
              <a:spAutoFit/>
            </a:bodyPr>
            <a:lstStyle/>
            <a:p>
              <a:r>
                <a:rPr lang="zh-CN" altLang="en-US" dirty="0">
                  <a:solidFill>
                    <a:schemeClr val="bg1"/>
                  </a:solidFill>
                  <a:latin typeface="阿里巴巴普惠体 R" panose="00020600040101010101" pitchFamily="18" charset="-122"/>
                  <a:ea typeface="阿里巴巴普惠体 R" panose="00020600040101010101" pitchFamily="18" charset="-122"/>
                  <a:cs typeface="阿里巴巴普惠体 R" panose="00020600040101010101" pitchFamily="18" charset="-122"/>
                </a:rPr>
                <a:t>卡券中心</a:t>
              </a:r>
            </a:p>
          </p:txBody>
        </p:sp>
      </p:grpSp>
      <p:grpSp>
        <p:nvGrpSpPr>
          <p:cNvPr id="32" name="组合 31">
            <a:extLst>
              <a:ext uri="{FF2B5EF4-FFF2-40B4-BE49-F238E27FC236}">
                <a16:creationId xmlns:a16="http://schemas.microsoft.com/office/drawing/2014/main" id="{9C0F3278-7178-96FC-BBEB-9C454BA8D9BA}"/>
              </a:ext>
            </a:extLst>
          </p:cNvPr>
          <p:cNvGrpSpPr/>
          <p:nvPr/>
        </p:nvGrpSpPr>
        <p:grpSpPr>
          <a:xfrm>
            <a:off x="5964168" y="2102297"/>
            <a:ext cx="518892" cy="1497706"/>
            <a:chOff x="5964168" y="2129614"/>
            <a:chExt cx="518892" cy="1497706"/>
          </a:xfrm>
        </p:grpSpPr>
        <p:sp>
          <p:nvSpPr>
            <p:cNvPr id="10" name="矩形: 圆角 9">
              <a:extLst>
                <a:ext uri="{FF2B5EF4-FFF2-40B4-BE49-F238E27FC236}">
                  <a16:creationId xmlns:a16="http://schemas.microsoft.com/office/drawing/2014/main" id="{4C71F87A-CE2D-BF22-857E-9FDDCF6E187A}"/>
                </a:ext>
              </a:extLst>
            </p:cNvPr>
            <p:cNvSpPr/>
            <p:nvPr/>
          </p:nvSpPr>
          <p:spPr>
            <a:xfrm>
              <a:off x="5964168" y="2129614"/>
              <a:ext cx="518892" cy="1497706"/>
            </a:xfrm>
            <a:prstGeom prst="roundRect">
              <a:avLst>
                <a:gd name="adj" fmla="val 10000"/>
              </a:avLst>
            </a:prstGeom>
            <a:solidFill>
              <a:srgbClr val="4472C4"/>
            </a:solidFill>
            <a:ln>
              <a:solidFill>
                <a:srgbClr val="4472C4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23" name="文本框 22">
              <a:extLst>
                <a:ext uri="{FF2B5EF4-FFF2-40B4-BE49-F238E27FC236}">
                  <a16:creationId xmlns:a16="http://schemas.microsoft.com/office/drawing/2014/main" id="{7119F10A-D690-1EB8-9265-837ECEF792DB}"/>
                </a:ext>
              </a:extLst>
            </p:cNvPr>
            <p:cNvSpPr txBox="1"/>
            <p:nvPr/>
          </p:nvSpPr>
          <p:spPr>
            <a:xfrm>
              <a:off x="5964169" y="2333714"/>
              <a:ext cx="461665" cy="1089498"/>
            </a:xfrm>
            <a:prstGeom prst="rect">
              <a:avLst/>
            </a:prstGeom>
            <a:noFill/>
            <a:ln>
              <a:solidFill>
                <a:srgbClr val="4472C4"/>
              </a:solidFill>
            </a:ln>
          </p:spPr>
          <p:txBody>
            <a:bodyPr vert="eaVert" wrap="square" rtlCol="0">
              <a:spAutoFit/>
            </a:bodyPr>
            <a:lstStyle/>
            <a:p>
              <a:r>
                <a:rPr lang="zh-CN" altLang="en-US" dirty="0">
                  <a:solidFill>
                    <a:schemeClr val="bg1"/>
                  </a:solidFill>
                  <a:latin typeface="阿里巴巴普惠体 R" panose="00020600040101010101" pitchFamily="18" charset="-122"/>
                  <a:ea typeface="阿里巴巴普惠体 R" panose="00020600040101010101" pitchFamily="18" charset="-122"/>
                  <a:cs typeface="阿里巴巴普惠体 R" panose="00020600040101010101" pitchFamily="18" charset="-122"/>
                </a:rPr>
                <a:t>商品中心</a:t>
              </a:r>
            </a:p>
          </p:txBody>
        </p:sp>
      </p:grpSp>
      <p:grpSp>
        <p:nvGrpSpPr>
          <p:cNvPr id="31" name="组合 30">
            <a:extLst>
              <a:ext uri="{FF2B5EF4-FFF2-40B4-BE49-F238E27FC236}">
                <a16:creationId xmlns:a16="http://schemas.microsoft.com/office/drawing/2014/main" id="{72F52C7E-EAD9-52CE-70FB-B947D5F5B5D4}"/>
              </a:ext>
            </a:extLst>
          </p:cNvPr>
          <p:cNvGrpSpPr/>
          <p:nvPr/>
        </p:nvGrpSpPr>
        <p:grpSpPr>
          <a:xfrm>
            <a:off x="4762009" y="2102297"/>
            <a:ext cx="1111451" cy="1497706"/>
            <a:chOff x="4762009" y="2129611"/>
            <a:chExt cx="1111451" cy="1497706"/>
          </a:xfrm>
        </p:grpSpPr>
        <p:sp>
          <p:nvSpPr>
            <p:cNvPr id="9" name="矩形: 圆角 8">
              <a:extLst>
                <a:ext uri="{FF2B5EF4-FFF2-40B4-BE49-F238E27FC236}">
                  <a16:creationId xmlns:a16="http://schemas.microsoft.com/office/drawing/2014/main" id="{E51B0201-5FB8-2936-222F-9FD19E2CA6BE}"/>
                </a:ext>
              </a:extLst>
            </p:cNvPr>
            <p:cNvSpPr/>
            <p:nvPr/>
          </p:nvSpPr>
          <p:spPr>
            <a:xfrm>
              <a:off x="4762009" y="2129611"/>
              <a:ext cx="1111451" cy="1497706"/>
            </a:xfrm>
            <a:prstGeom prst="roundRect">
              <a:avLst>
                <a:gd name="adj" fmla="val 8000"/>
              </a:avLst>
            </a:prstGeom>
            <a:solidFill>
              <a:srgbClr val="4472C4"/>
            </a:solidFill>
            <a:ln>
              <a:solidFill>
                <a:srgbClr val="4472C4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24" name="文本框 23">
              <a:extLst>
                <a:ext uri="{FF2B5EF4-FFF2-40B4-BE49-F238E27FC236}">
                  <a16:creationId xmlns:a16="http://schemas.microsoft.com/office/drawing/2014/main" id="{E41E1908-E78C-5D08-93EC-0759DBADF8D2}"/>
                </a:ext>
              </a:extLst>
            </p:cNvPr>
            <p:cNvSpPr txBox="1"/>
            <p:nvPr/>
          </p:nvSpPr>
          <p:spPr>
            <a:xfrm>
              <a:off x="5079273" y="2313844"/>
              <a:ext cx="461665" cy="1089498"/>
            </a:xfrm>
            <a:prstGeom prst="rect">
              <a:avLst/>
            </a:prstGeom>
            <a:noFill/>
            <a:ln>
              <a:solidFill>
                <a:srgbClr val="4472C4"/>
              </a:solidFill>
            </a:ln>
          </p:spPr>
          <p:txBody>
            <a:bodyPr vert="eaVert" wrap="square" rtlCol="0">
              <a:spAutoFit/>
            </a:bodyPr>
            <a:lstStyle/>
            <a:p>
              <a:r>
                <a:rPr lang="zh-CN" altLang="en-US" dirty="0">
                  <a:solidFill>
                    <a:schemeClr val="bg1"/>
                  </a:solidFill>
                  <a:latin typeface="阿里巴巴普惠体 R" panose="00020600040101010101" pitchFamily="18" charset="-122"/>
                  <a:ea typeface="阿里巴巴普惠体 R" panose="00020600040101010101" pitchFamily="18" charset="-122"/>
                  <a:cs typeface="阿里巴巴普惠体 R" panose="00020600040101010101" pitchFamily="18" charset="-122"/>
                </a:rPr>
                <a:t>门店中心</a:t>
              </a:r>
            </a:p>
          </p:txBody>
        </p:sp>
      </p:grpSp>
      <p:grpSp>
        <p:nvGrpSpPr>
          <p:cNvPr id="30" name="组合 29">
            <a:extLst>
              <a:ext uri="{FF2B5EF4-FFF2-40B4-BE49-F238E27FC236}">
                <a16:creationId xmlns:a16="http://schemas.microsoft.com/office/drawing/2014/main" id="{86AD404C-D9F3-ED01-3006-D7128A575749}"/>
              </a:ext>
            </a:extLst>
          </p:cNvPr>
          <p:cNvGrpSpPr/>
          <p:nvPr/>
        </p:nvGrpSpPr>
        <p:grpSpPr>
          <a:xfrm>
            <a:off x="2374535" y="2102297"/>
            <a:ext cx="2304639" cy="1497706"/>
            <a:chOff x="2374535" y="2102297"/>
            <a:chExt cx="2304639" cy="1497706"/>
          </a:xfrm>
        </p:grpSpPr>
        <p:sp>
          <p:nvSpPr>
            <p:cNvPr id="8" name="矩形: 圆角 7">
              <a:extLst>
                <a:ext uri="{FF2B5EF4-FFF2-40B4-BE49-F238E27FC236}">
                  <a16:creationId xmlns:a16="http://schemas.microsoft.com/office/drawing/2014/main" id="{E7CCB0A7-7ADD-0924-FD6E-B3A0433AE52B}"/>
                </a:ext>
              </a:extLst>
            </p:cNvPr>
            <p:cNvSpPr/>
            <p:nvPr/>
          </p:nvSpPr>
          <p:spPr>
            <a:xfrm>
              <a:off x="2374535" y="2102297"/>
              <a:ext cx="2304639" cy="1497706"/>
            </a:xfrm>
            <a:prstGeom prst="roundRect">
              <a:avLst>
                <a:gd name="adj" fmla="val 8000"/>
              </a:avLst>
            </a:prstGeom>
            <a:solidFill>
              <a:srgbClr val="4472C4"/>
            </a:solidFill>
            <a:ln>
              <a:solidFill>
                <a:srgbClr val="4472C4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dirty="0"/>
            </a:p>
          </p:txBody>
        </p:sp>
        <p:sp>
          <p:nvSpPr>
            <p:cNvPr id="25" name="文本框 24">
              <a:extLst>
                <a:ext uri="{FF2B5EF4-FFF2-40B4-BE49-F238E27FC236}">
                  <a16:creationId xmlns:a16="http://schemas.microsoft.com/office/drawing/2014/main" id="{0BB19572-4096-1786-EFD1-F42721372802}"/>
                </a:ext>
              </a:extLst>
            </p:cNvPr>
            <p:cNvSpPr txBox="1"/>
            <p:nvPr/>
          </p:nvSpPr>
          <p:spPr>
            <a:xfrm>
              <a:off x="3229360" y="2271049"/>
              <a:ext cx="461665" cy="1200329"/>
            </a:xfrm>
            <a:prstGeom prst="rect">
              <a:avLst/>
            </a:prstGeom>
            <a:noFill/>
            <a:ln>
              <a:solidFill>
                <a:srgbClr val="4472C4"/>
              </a:solidFill>
            </a:ln>
          </p:spPr>
          <p:txBody>
            <a:bodyPr vert="horz" wrap="square" rtlCol="0">
              <a:spAutoFit/>
            </a:bodyPr>
            <a:lstStyle/>
            <a:p>
              <a:r>
                <a:rPr lang="zh-CN" altLang="en-US" dirty="0">
                  <a:solidFill>
                    <a:schemeClr val="bg1"/>
                  </a:solidFill>
                  <a:latin typeface="阿里巴巴普惠体 R" panose="00020600040101010101" pitchFamily="18" charset="-122"/>
                  <a:ea typeface="阿里巴巴普惠体 R" panose="00020600040101010101" pitchFamily="18" charset="-122"/>
                  <a:cs typeface="阿里巴巴普惠体 R" panose="00020600040101010101" pitchFamily="18" charset="-122"/>
                </a:rPr>
                <a:t>用户中心</a:t>
              </a:r>
            </a:p>
          </p:txBody>
        </p:sp>
      </p:grpSp>
      <p:grpSp>
        <p:nvGrpSpPr>
          <p:cNvPr id="29" name="组合 28">
            <a:extLst>
              <a:ext uri="{FF2B5EF4-FFF2-40B4-BE49-F238E27FC236}">
                <a16:creationId xmlns:a16="http://schemas.microsoft.com/office/drawing/2014/main" id="{5D2494C2-D595-B777-0924-8875CBAF3C1A}"/>
              </a:ext>
            </a:extLst>
          </p:cNvPr>
          <p:cNvGrpSpPr/>
          <p:nvPr/>
        </p:nvGrpSpPr>
        <p:grpSpPr>
          <a:xfrm>
            <a:off x="1200436" y="2102297"/>
            <a:ext cx="1100584" cy="1497706"/>
            <a:chOff x="1200436" y="2102297"/>
            <a:chExt cx="1100584" cy="1497706"/>
          </a:xfrm>
        </p:grpSpPr>
        <p:sp>
          <p:nvSpPr>
            <p:cNvPr id="7" name="矩形: 圆角 6">
              <a:extLst>
                <a:ext uri="{FF2B5EF4-FFF2-40B4-BE49-F238E27FC236}">
                  <a16:creationId xmlns:a16="http://schemas.microsoft.com/office/drawing/2014/main" id="{620C7B1F-0B84-334A-7C6B-F95BD9BFD1D7}"/>
                </a:ext>
              </a:extLst>
            </p:cNvPr>
            <p:cNvSpPr/>
            <p:nvPr/>
          </p:nvSpPr>
          <p:spPr>
            <a:xfrm>
              <a:off x="1200436" y="2102297"/>
              <a:ext cx="1100584" cy="1497706"/>
            </a:xfrm>
            <a:prstGeom prst="roundRect">
              <a:avLst>
                <a:gd name="adj" fmla="val 10000"/>
              </a:avLst>
            </a:prstGeom>
            <a:solidFill>
              <a:srgbClr val="4472C4"/>
            </a:solidFill>
            <a:ln>
              <a:solidFill>
                <a:srgbClr val="4472C4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26" name="文本框 25">
              <a:extLst>
                <a:ext uri="{FF2B5EF4-FFF2-40B4-BE49-F238E27FC236}">
                  <a16:creationId xmlns:a16="http://schemas.microsoft.com/office/drawing/2014/main" id="{09046797-B50C-BEA3-659C-68DB08E745CC}"/>
                </a:ext>
              </a:extLst>
            </p:cNvPr>
            <p:cNvSpPr txBox="1"/>
            <p:nvPr/>
          </p:nvSpPr>
          <p:spPr>
            <a:xfrm>
              <a:off x="1511926" y="2194627"/>
              <a:ext cx="461665" cy="1327932"/>
            </a:xfrm>
            <a:prstGeom prst="rect">
              <a:avLst/>
            </a:prstGeom>
            <a:noFill/>
            <a:ln>
              <a:solidFill>
                <a:srgbClr val="4472C4"/>
              </a:solidFill>
            </a:ln>
          </p:spPr>
          <p:txBody>
            <a:bodyPr vert="eaVert" wrap="square" rtlCol="0">
              <a:spAutoFit/>
            </a:bodyPr>
            <a:lstStyle/>
            <a:p>
              <a:r>
                <a:rPr lang="zh-CN" altLang="en-US" dirty="0">
                  <a:solidFill>
                    <a:schemeClr val="bg1"/>
                  </a:solidFill>
                  <a:latin typeface="阿里巴巴普惠体 R" panose="00020600040101010101" pitchFamily="18" charset="-122"/>
                  <a:ea typeface="阿里巴巴普惠体 R" panose="00020600040101010101" pitchFamily="18" charset="-122"/>
                  <a:cs typeface="阿里巴巴普惠体 R" panose="00020600040101010101" pitchFamily="18" charset="-122"/>
                </a:rPr>
                <a:t>门店工作台</a:t>
              </a:r>
            </a:p>
          </p:txBody>
        </p:sp>
      </p:grpSp>
      <p:grpSp>
        <p:nvGrpSpPr>
          <p:cNvPr id="2" name="组合 1">
            <a:extLst>
              <a:ext uri="{FF2B5EF4-FFF2-40B4-BE49-F238E27FC236}">
                <a16:creationId xmlns:a16="http://schemas.microsoft.com/office/drawing/2014/main" id="{8ECD41B9-500A-DD17-D48D-234A049DEE79}"/>
              </a:ext>
            </a:extLst>
          </p:cNvPr>
          <p:cNvGrpSpPr/>
          <p:nvPr/>
        </p:nvGrpSpPr>
        <p:grpSpPr>
          <a:xfrm>
            <a:off x="-3051" y="2102297"/>
            <a:ext cx="1110596" cy="1497706"/>
            <a:chOff x="-3051" y="2102297"/>
            <a:chExt cx="1110596" cy="1497706"/>
          </a:xfrm>
        </p:grpSpPr>
        <p:sp>
          <p:nvSpPr>
            <p:cNvPr id="6" name="矩形: 圆角 5">
              <a:extLst>
                <a:ext uri="{FF2B5EF4-FFF2-40B4-BE49-F238E27FC236}">
                  <a16:creationId xmlns:a16="http://schemas.microsoft.com/office/drawing/2014/main" id="{66510E43-3792-7803-25A2-C9B3F6594C4F}"/>
                </a:ext>
              </a:extLst>
            </p:cNvPr>
            <p:cNvSpPr/>
            <p:nvPr/>
          </p:nvSpPr>
          <p:spPr>
            <a:xfrm>
              <a:off x="-3051" y="2102297"/>
              <a:ext cx="1110596" cy="1497706"/>
            </a:xfrm>
            <a:prstGeom prst="roundRect">
              <a:avLst>
                <a:gd name="adj" fmla="val 10000"/>
              </a:avLst>
            </a:prstGeom>
            <a:solidFill>
              <a:srgbClr val="4472C4"/>
            </a:solidFill>
            <a:ln>
              <a:solidFill>
                <a:srgbClr val="4472C4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27" name="文本框 26">
              <a:extLst>
                <a:ext uri="{FF2B5EF4-FFF2-40B4-BE49-F238E27FC236}">
                  <a16:creationId xmlns:a16="http://schemas.microsoft.com/office/drawing/2014/main" id="{A5FE6F3E-F965-4AC7-D9C5-C5FA7D627825}"/>
                </a:ext>
              </a:extLst>
            </p:cNvPr>
            <p:cNvSpPr txBox="1"/>
            <p:nvPr/>
          </p:nvSpPr>
          <p:spPr>
            <a:xfrm>
              <a:off x="330445" y="2313844"/>
              <a:ext cx="461665" cy="1089498"/>
            </a:xfrm>
            <a:prstGeom prst="rect">
              <a:avLst/>
            </a:prstGeom>
            <a:noFill/>
            <a:ln>
              <a:solidFill>
                <a:srgbClr val="4472C4"/>
              </a:solidFill>
            </a:ln>
          </p:spPr>
          <p:txBody>
            <a:bodyPr vert="eaVert" wrap="square" rtlCol="0">
              <a:spAutoFit/>
            </a:bodyPr>
            <a:lstStyle/>
            <a:p>
              <a:r>
                <a:rPr lang="zh-CN" altLang="en-US" dirty="0">
                  <a:solidFill>
                    <a:schemeClr val="bg1"/>
                  </a:solidFill>
                  <a:latin typeface="阿里巴巴普惠体 R" panose="00020600040101010101" pitchFamily="18" charset="-122"/>
                  <a:ea typeface="阿里巴巴普惠体 R" panose="00020600040101010101" pitchFamily="18" charset="-122"/>
                  <a:cs typeface="阿里巴巴普惠体 R" panose="00020600040101010101" pitchFamily="18" charset="-122"/>
                </a:rPr>
                <a:t>通用模块</a:t>
              </a:r>
            </a:p>
          </p:txBody>
        </p:sp>
      </p:grpSp>
      <p:sp>
        <p:nvSpPr>
          <p:cNvPr id="28" name="文本框 27">
            <a:extLst>
              <a:ext uri="{FF2B5EF4-FFF2-40B4-BE49-F238E27FC236}">
                <a16:creationId xmlns:a16="http://schemas.microsoft.com/office/drawing/2014/main" id="{5F56ABE1-5B98-E5AC-FEFF-8F91BFF85068}"/>
              </a:ext>
            </a:extLst>
          </p:cNvPr>
          <p:cNvSpPr txBox="1"/>
          <p:nvPr/>
        </p:nvSpPr>
        <p:spPr>
          <a:xfrm>
            <a:off x="4621484" y="1245047"/>
            <a:ext cx="3081260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CN" altLang="en-US" sz="3600" dirty="0">
                <a:solidFill>
                  <a:schemeClr val="bg1"/>
                </a:solidFill>
              </a:rPr>
              <a:t>零售管理系统</a:t>
            </a:r>
          </a:p>
        </p:txBody>
      </p:sp>
      <p:sp>
        <p:nvSpPr>
          <p:cNvPr id="36" name="矩形: 圆角 35">
            <a:extLst>
              <a:ext uri="{FF2B5EF4-FFF2-40B4-BE49-F238E27FC236}">
                <a16:creationId xmlns:a16="http://schemas.microsoft.com/office/drawing/2014/main" id="{98160278-A12D-FB89-0346-1AC77AD17CD3}"/>
              </a:ext>
            </a:extLst>
          </p:cNvPr>
          <p:cNvSpPr/>
          <p:nvPr/>
        </p:nvSpPr>
        <p:spPr>
          <a:xfrm>
            <a:off x="2374536" y="3710315"/>
            <a:ext cx="516582" cy="1090051"/>
          </a:xfrm>
          <a:prstGeom prst="roundRect">
            <a:avLst>
              <a:gd name="adj" fmla="val 10000"/>
            </a:avLst>
          </a:prstGeom>
          <a:solidFill>
            <a:schemeClr val="bg1"/>
          </a:solidFill>
          <a:ln>
            <a:solidFill>
              <a:srgbClr val="4472C4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dirty="0">
              <a:solidFill>
                <a:srgbClr val="4472C4"/>
              </a:solidFill>
            </a:endParaRPr>
          </a:p>
        </p:txBody>
      </p:sp>
      <p:sp>
        <p:nvSpPr>
          <p:cNvPr id="37" name="文本框 36">
            <a:extLst>
              <a:ext uri="{FF2B5EF4-FFF2-40B4-BE49-F238E27FC236}">
                <a16:creationId xmlns:a16="http://schemas.microsoft.com/office/drawing/2014/main" id="{3BA197DC-84A3-73F3-538E-CE102656804E}"/>
              </a:ext>
            </a:extLst>
          </p:cNvPr>
          <p:cNvSpPr txBox="1"/>
          <p:nvPr/>
        </p:nvSpPr>
        <p:spPr>
          <a:xfrm>
            <a:off x="2436091" y="3878673"/>
            <a:ext cx="400110" cy="885947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txBody>
          <a:bodyPr vert="eaVert" wrap="square" rtlCol="0">
            <a:spAutoFit/>
          </a:bodyPr>
          <a:lstStyle/>
          <a:p>
            <a:r>
              <a:rPr lang="zh-CN" altLang="en-US" sz="1400" dirty="0">
                <a:solidFill>
                  <a:srgbClr val="4472C4"/>
                </a:solidFill>
                <a:latin typeface="阿里巴巴普惠体 R" panose="00020600040101010101" pitchFamily="18" charset="-122"/>
                <a:ea typeface="阿里巴巴普惠体 R" panose="00020600040101010101" pitchFamily="18" charset="-122"/>
                <a:cs typeface="阿里巴巴普惠体 R" panose="00020600040101010101" pitchFamily="18" charset="-122"/>
              </a:rPr>
              <a:t>账号管理</a:t>
            </a:r>
          </a:p>
        </p:txBody>
      </p:sp>
      <p:sp>
        <p:nvSpPr>
          <p:cNvPr id="38" name="矩形: 圆角 37">
            <a:extLst>
              <a:ext uri="{FF2B5EF4-FFF2-40B4-BE49-F238E27FC236}">
                <a16:creationId xmlns:a16="http://schemas.microsoft.com/office/drawing/2014/main" id="{C89711EE-CD6B-6D88-D36D-1BD365440C81}"/>
              </a:ext>
            </a:extLst>
          </p:cNvPr>
          <p:cNvSpPr/>
          <p:nvPr/>
        </p:nvSpPr>
        <p:spPr>
          <a:xfrm>
            <a:off x="2971069" y="3700873"/>
            <a:ext cx="516582" cy="1090051"/>
          </a:xfrm>
          <a:prstGeom prst="roundRect">
            <a:avLst>
              <a:gd name="adj" fmla="val 10000"/>
            </a:avLst>
          </a:prstGeom>
          <a:solidFill>
            <a:schemeClr val="bg1"/>
          </a:solidFill>
          <a:ln>
            <a:solidFill>
              <a:srgbClr val="4472C4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dirty="0">
              <a:solidFill>
                <a:srgbClr val="4472C4"/>
              </a:solidFill>
            </a:endParaRPr>
          </a:p>
        </p:txBody>
      </p:sp>
      <p:sp>
        <p:nvSpPr>
          <p:cNvPr id="39" name="文本框 38">
            <a:extLst>
              <a:ext uri="{FF2B5EF4-FFF2-40B4-BE49-F238E27FC236}">
                <a16:creationId xmlns:a16="http://schemas.microsoft.com/office/drawing/2014/main" id="{C72ACFAA-EEED-0AC8-604C-C05C542C1A0A}"/>
              </a:ext>
            </a:extLst>
          </p:cNvPr>
          <p:cNvSpPr txBox="1"/>
          <p:nvPr/>
        </p:nvSpPr>
        <p:spPr>
          <a:xfrm>
            <a:off x="3032624" y="3878673"/>
            <a:ext cx="400110" cy="885947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txBody>
          <a:bodyPr vert="eaVert" wrap="square" rtlCol="0">
            <a:spAutoFit/>
          </a:bodyPr>
          <a:lstStyle/>
          <a:p>
            <a:r>
              <a:rPr lang="zh-CN" altLang="en-US" sz="1400" dirty="0">
                <a:solidFill>
                  <a:srgbClr val="4472C4"/>
                </a:solidFill>
                <a:latin typeface="阿里巴巴普惠体 R" panose="00020600040101010101" pitchFamily="18" charset="-122"/>
                <a:ea typeface="阿里巴巴普惠体 R" panose="00020600040101010101" pitchFamily="18" charset="-122"/>
                <a:cs typeface="阿里巴巴普惠体 R" panose="00020600040101010101" pitchFamily="18" charset="-122"/>
              </a:rPr>
              <a:t>组织管理</a:t>
            </a:r>
          </a:p>
        </p:txBody>
      </p:sp>
      <p:sp>
        <p:nvSpPr>
          <p:cNvPr id="40" name="矩形: 圆角 39">
            <a:extLst>
              <a:ext uri="{FF2B5EF4-FFF2-40B4-BE49-F238E27FC236}">
                <a16:creationId xmlns:a16="http://schemas.microsoft.com/office/drawing/2014/main" id="{CDDD2B72-141D-CE5B-7D60-485A684BC22B}"/>
              </a:ext>
            </a:extLst>
          </p:cNvPr>
          <p:cNvSpPr/>
          <p:nvPr/>
        </p:nvSpPr>
        <p:spPr>
          <a:xfrm>
            <a:off x="3563082" y="3700873"/>
            <a:ext cx="516582" cy="1090051"/>
          </a:xfrm>
          <a:prstGeom prst="roundRect">
            <a:avLst>
              <a:gd name="adj" fmla="val 10000"/>
            </a:avLst>
          </a:prstGeom>
          <a:solidFill>
            <a:schemeClr val="bg1"/>
          </a:solidFill>
          <a:ln>
            <a:solidFill>
              <a:srgbClr val="4472C4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dirty="0">
              <a:solidFill>
                <a:srgbClr val="4472C4"/>
              </a:solidFill>
            </a:endParaRPr>
          </a:p>
        </p:txBody>
      </p:sp>
      <p:sp>
        <p:nvSpPr>
          <p:cNvPr id="41" name="文本框 40">
            <a:extLst>
              <a:ext uri="{FF2B5EF4-FFF2-40B4-BE49-F238E27FC236}">
                <a16:creationId xmlns:a16="http://schemas.microsoft.com/office/drawing/2014/main" id="{CD887324-3004-5073-50E9-90EB3903D4B6}"/>
              </a:ext>
            </a:extLst>
          </p:cNvPr>
          <p:cNvSpPr txBox="1"/>
          <p:nvPr/>
        </p:nvSpPr>
        <p:spPr>
          <a:xfrm>
            <a:off x="3624637" y="3878673"/>
            <a:ext cx="400110" cy="885947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txBody>
          <a:bodyPr vert="eaVert" wrap="square" rtlCol="0">
            <a:spAutoFit/>
          </a:bodyPr>
          <a:lstStyle/>
          <a:p>
            <a:r>
              <a:rPr lang="zh-CN" altLang="en-US" sz="1400" dirty="0">
                <a:solidFill>
                  <a:srgbClr val="4472C4"/>
                </a:solidFill>
                <a:latin typeface="阿里巴巴普惠体 R" panose="00020600040101010101" pitchFamily="18" charset="-122"/>
                <a:ea typeface="阿里巴巴普惠体 R" panose="00020600040101010101" pitchFamily="18" charset="-122"/>
                <a:cs typeface="阿里巴巴普惠体 R" panose="00020600040101010101" pitchFamily="18" charset="-122"/>
              </a:rPr>
              <a:t>品牌管理</a:t>
            </a:r>
          </a:p>
        </p:txBody>
      </p:sp>
      <p:sp>
        <p:nvSpPr>
          <p:cNvPr id="42" name="矩形: 圆角 41">
            <a:extLst>
              <a:ext uri="{FF2B5EF4-FFF2-40B4-BE49-F238E27FC236}">
                <a16:creationId xmlns:a16="http://schemas.microsoft.com/office/drawing/2014/main" id="{17E47A4D-DFCD-A1E5-DBBF-8D1790CD14CA}"/>
              </a:ext>
            </a:extLst>
          </p:cNvPr>
          <p:cNvSpPr/>
          <p:nvPr/>
        </p:nvSpPr>
        <p:spPr>
          <a:xfrm>
            <a:off x="4156634" y="3700873"/>
            <a:ext cx="516582" cy="1090051"/>
          </a:xfrm>
          <a:prstGeom prst="roundRect">
            <a:avLst>
              <a:gd name="adj" fmla="val 10000"/>
            </a:avLst>
          </a:prstGeom>
          <a:solidFill>
            <a:schemeClr val="bg1"/>
          </a:solidFill>
          <a:ln>
            <a:solidFill>
              <a:srgbClr val="4472C4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dirty="0">
              <a:solidFill>
                <a:srgbClr val="4472C4"/>
              </a:solidFill>
            </a:endParaRPr>
          </a:p>
        </p:txBody>
      </p:sp>
      <p:sp>
        <p:nvSpPr>
          <p:cNvPr id="43" name="文本框 42">
            <a:extLst>
              <a:ext uri="{FF2B5EF4-FFF2-40B4-BE49-F238E27FC236}">
                <a16:creationId xmlns:a16="http://schemas.microsoft.com/office/drawing/2014/main" id="{9F157F4E-ED06-42DD-C244-52090C1FA203}"/>
              </a:ext>
            </a:extLst>
          </p:cNvPr>
          <p:cNvSpPr txBox="1"/>
          <p:nvPr/>
        </p:nvSpPr>
        <p:spPr>
          <a:xfrm>
            <a:off x="4218189" y="3878673"/>
            <a:ext cx="400110" cy="885947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txBody>
          <a:bodyPr vert="eaVert" wrap="square" rtlCol="0">
            <a:spAutoFit/>
          </a:bodyPr>
          <a:lstStyle/>
          <a:p>
            <a:r>
              <a:rPr lang="zh-CN" altLang="en-US" sz="1400" dirty="0">
                <a:solidFill>
                  <a:srgbClr val="4472C4"/>
                </a:solidFill>
                <a:latin typeface="阿里巴巴普惠体 R" panose="00020600040101010101" pitchFamily="18" charset="-122"/>
                <a:ea typeface="阿里巴巴普惠体 R" panose="00020600040101010101" pitchFamily="18" charset="-122"/>
                <a:cs typeface="阿里巴巴普惠体 R" panose="00020600040101010101" pitchFamily="18" charset="-122"/>
              </a:rPr>
              <a:t>权限管理</a:t>
            </a:r>
          </a:p>
        </p:txBody>
      </p:sp>
      <p:sp>
        <p:nvSpPr>
          <p:cNvPr id="44" name="矩形: 圆角 43">
            <a:extLst>
              <a:ext uri="{FF2B5EF4-FFF2-40B4-BE49-F238E27FC236}">
                <a16:creationId xmlns:a16="http://schemas.microsoft.com/office/drawing/2014/main" id="{3AE816E0-D1BD-949C-27D9-4AF788D3B3D9}"/>
              </a:ext>
            </a:extLst>
          </p:cNvPr>
          <p:cNvSpPr/>
          <p:nvPr/>
        </p:nvSpPr>
        <p:spPr>
          <a:xfrm>
            <a:off x="2374536" y="4863437"/>
            <a:ext cx="2298680" cy="518400"/>
          </a:xfrm>
          <a:prstGeom prst="roundRect">
            <a:avLst>
              <a:gd name="adj" fmla="val 10000"/>
            </a:avLst>
          </a:prstGeom>
          <a:solidFill>
            <a:schemeClr val="bg1"/>
          </a:solidFill>
          <a:ln>
            <a:solidFill>
              <a:srgbClr val="4472C4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dirty="0">
              <a:solidFill>
                <a:srgbClr val="4472C4"/>
              </a:solidFill>
            </a:endParaRPr>
          </a:p>
        </p:txBody>
      </p:sp>
      <p:sp>
        <p:nvSpPr>
          <p:cNvPr id="45" name="文本框 44">
            <a:extLst>
              <a:ext uri="{FF2B5EF4-FFF2-40B4-BE49-F238E27FC236}">
                <a16:creationId xmlns:a16="http://schemas.microsoft.com/office/drawing/2014/main" id="{C3A1E275-CA16-9D0B-2D44-2DB949B296C0}"/>
              </a:ext>
            </a:extLst>
          </p:cNvPr>
          <p:cNvSpPr txBox="1"/>
          <p:nvPr/>
        </p:nvSpPr>
        <p:spPr>
          <a:xfrm>
            <a:off x="2830301" y="4966087"/>
            <a:ext cx="1326333" cy="307777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txBody>
          <a:bodyPr vert="horz" wrap="square" rtlCol="0">
            <a:spAutoFit/>
          </a:bodyPr>
          <a:lstStyle/>
          <a:p>
            <a:r>
              <a:rPr lang="zh-CN" altLang="en-US" sz="1400" dirty="0">
                <a:solidFill>
                  <a:srgbClr val="4472C4"/>
                </a:solidFill>
                <a:latin typeface="阿里巴巴普惠体 R" panose="00020600040101010101" pitchFamily="18" charset="-122"/>
                <a:ea typeface="阿里巴巴普惠体 R" panose="00020600040101010101" pitchFamily="18" charset="-122"/>
                <a:cs typeface="阿里巴巴普惠体 R" panose="00020600040101010101" pitchFamily="18" charset="-122"/>
              </a:rPr>
              <a:t>业务模块管理</a:t>
            </a:r>
          </a:p>
        </p:txBody>
      </p:sp>
      <p:sp>
        <p:nvSpPr>
          <p:cNvPr id="49" name="矩形: 圆角 48">
            <a:extLst>
              <a:ext uri="{FF2B5EF4-FFF2-40B4-BE49-F238E27FC236}">
                <a16:creationId xmlns:a16="http://schemas.microsoft.com/office/drawing/2014/main" id="{5F86A0BD-1256-0BD2-ED2D-2EC13AB5F870}"/>
              </a:ext>
            </a:extLst>
          </p:cNvPr>
          <p:cNvSpPr/>
          <p:nvPr/>
        </p:nvSpPr>
        <p:spPr>
          <a:xfrm>
            <a:off x="4762010" y="3700873"/>
            <a:ext cx="516582" cy="1680964"/>
          </a:xfrm>
          <a:prstGeom prst="roundRect">
            <a:avLst>
              <a:gd name="adj" fmla="val 10000"/>
            </a:avLst>
          </a:prstGeom>
          <a:solidFill>
            <a:schemeClr val="bg1"/>
          </a:solidFill>
          <a:ln>
            <a:solidFill>
              <a:srgbClr val="4472C4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dirty="0">
              <a:solidFill>
                <a:srgbClr val="4472C4"/>
              </a:solidFill>
            </a:endParaRPr>
          </a:p>
        </p:txBody>
      </p:sp>
      <p:sp>
        <p:nvSpPr>
          <p:cNvPr id="50" name="文本框 49">
            <a:extLst>
              <a:ext uri="{FF2B5EF4-FFF2-40B4-BE49-F238E27FC236}">
                <a16:creationId xmlns:a16="http://schemas.microsoft.com/office/drawing/2014/main" id="{6D62634B-DE38-4BA3-1234-A3086E92839B}"/>
              </a:ext>
            </a:extLst>
          </p:cNvPr>
          <p:cNvSpPr txBox="1"/>
          <p:nvPr/>
        </p:nvSpPr>
        <p:spPr>
          <a:xfrm>
            <a:off x="4823565" y="3878673"/>
            <a:ext cx="400110" cy="1385530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txBody>
          <a:bodyPr vert="eaVert" wrap="square" rtlCol="0">
            <a:spAutoFit/>
          </a:bodyPr>
          <a:lstStyle/>
          <a:p>
            <a:r>
              <a:rPr lang="zh-CN" altLang="en-US" sz="1400" dirty="0">
                <a:solidFill>
                  <a:srgbClr val="4472C4"/>
                </a:solidFill>
                <a:latin typeface="阿里巴巴普惠体 R" panose="00020600040101010101" pitchFamily="18" charset="-122"/>
                <a:ea typeface="阿里巴巴普惠体 R" panose="00020600040101010101" pitchFamily="18" charset="-122"/>
                <a:cs typeface="阿里巴巴普惠体 R" panose="00020600040101010101" pitchFamily="18" charset="-122"/>
              </a:rPr>
              <a:t>线上门店管理</a:t>
            </a:r>
          </a:p>
        </p:txBody>
      </p:sp>
      <p:sp>
        <p:nvSpPr>
          <p:cNvPr id="51" name="矩形: 圆角 50">
            <a:extLst>
              <a:ext uri="{FF2B5EF4-FFF2-40B4-BE49-F238E27FC236}">
                <a16:creationId xmlns:a16="http://schemas.microsoft.com/office/drawing/2014/main" id="{A490776D-C9AA-1FEB-6139-BB431309A8DB}"/>
              </a:ext>
            </a:extLst>
          </p:cNvPr>
          <p:cNvSpPr/>
          <p:nvPr/>
        </p:nvSpPr>
        <p:spPr>
          <a:xfrm>
            <a:off x="5356879" y="3700873"/>
            <a:ext cx="516582" cy="1680964"/>
          </a:xfrm>
          <a:prstGeom prst="roundRect">
            <a:avLst>
              <a:gd name="adj" fmla="val 10000"/>
            </a:avLst>
          </a:prstGeom>
          <a:solidFill>
            <a:schemeClr val="bg1"/>
          </a:solidFill>
          <a:ln>
            <a:solidFill>
              <a:srgbClr val="4472C4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dirty="0">
              <a:solidFill>
                <a:srgbClr val="4472C4"/>
              </a:solidFill>
            </a:endParaRPr>
          </a:p>
        </p:txBody>
      </p:sp>
      <p:sp>
        <p:nvSpPr>
          <p:cNvPr id="52" name="文本框 51">
            <a:extLst>
              <a:ext uri="{FF2B5EF4-FFF2-40B4-BE49-F238E27FC236}">
                <a16:creationId xmlns:a16="http://schemas.microsoft.com/office/drawing/2014/main" id="{CF81495B-55D8-01E3-6EB7-2ECCEF7FFB83}"/>
              </a:ext>
            </a:extLst>
          </p:cNvPr>
          <p:cNvSpPr txBox="1"/>
          <p:nvPr/>
        </p:nvSpPr>
        <p:spPr>
          <a:xfrm>
            <a:off x="5418434" y="3878673"/>
            <a:ext cx="400110" cy="1385530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txBody>
          <a:bodyPr vert="eaVert" wrap="square" rtlCol="0">
            <a:spAutoFit/>
          </a:bodyPr>
          <a:lstStyle/>
          <a:p>
            <a:r>
              <a:rPr lang="zh-CN" altLang="en-US" sz="1400" dirty="0">
                <a:solidFill>
                  <a:srgbClr val="4472C4"/>
                </a:solidFill>
                <a:latin typeface="阿里巴巴普惠体 R" panose="00020600040101010101" pitchFamily="18" charset="-122"/>
                <a:ea typeface="阿里巴巴普惠体 R" panose="00020600040101010101" pitchFamily="18" charset="-122"/>
                <a:cs typeface="阿里巴巴普惠体 R" panose="00020600040101010101" pitchFamily="18" charset="-122"/>
              </a:rPr>
              <a:t>线下店铺管理</a:t>
            </a:r>
          </a:p>
        </p:txBody>
      </p:sp>
      <p:sp>
        <p:nvSpPr>
          <p:cNvPr id="53" name="矩形: 圆角 52">
            <a:extLst>
              <a:ext uri="{FF2B5EF4-FFF2-40B4-BE49-F238E27FC236}">
                <a16:creationId xmlns:a16="http://schemas.microsoft.com/office/drawing/2014/main" id="{9C95F3C5-FEDD-DB7C-57AB-5A3CEF01C4C6}"/>
              </a:ext>
            </a:extLst>
          </p:cNvPr>
          <p:cNvSpPr/>
          <p:nvPr/>
        </p:nvSpPr>
        <p:spPr>
          <a:xfrm>
            <a:off x="5966478" y="3700873"/>
            <a:ext cx="516582" cy="1680964"/>
          </a:xfrm>
          <a:prstGeom prst="roundRect">
            <a:avLst>
              <a:gd name="adj" fmla="val 10000"/>
            </a:avLst>
          </a:prstGeom>
          <a:solidFill>
            <a:schemeClr val="bg1"/>
          </a:solidFill>
          <a:ln>
            <a:solidFill>
              <a:srgbClr val="4472C4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dirty="0">
              <a:solidFill>
                <a:srgbClr val="4472C4"/>
              </a:solidFill>
            </a:endParaRPr>
          </a:p>
        </p:txBody>
      </p:sp>
      <p:sp>
        <p:nvSpPr>
          <p:cNvPr id="54" name="文本框 53">
            <a:extLst>
              <a:ext uri="{FF2B5EF4-FFF2-40B4-BE49-F238E27FC236}">
                <a16:creationId xmlns:a16="http://schemas.microsoft.com/office/drawing/2014/main" id="{4DF036AF-EA40-A825-C985-061A374747D2}"/>
              </a:ext>
            </a:extLst>
          </p:cNvPr>
          <p:cNvSpPr txBox="1"/>
          <p:nvPr/>
        </p:nvSpPr>
        <p:spPr>
          <a:xfrm>
            <a:off x="6028033" y="3878673"/>
            <a:ext cx="400110" cy="1385530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txBody>
          <a:bodyPr vert="eaVert" wrap="square" rtlCol="0">
            <a:spAutoFit/>
          </a:bodyPr>
          <a:lstStyle/>
          <a:p>
            <a:r>
              <a:rPr lang="zh-CN" altLang="en-US" sz="1400" dirty="0">
                <a:solidFill>
                  <a:srgbClr val="4472C4"/>
                </a:solidFill>
                <a:latin typeface="阿里巴巴普惠体 R" panose="00020600040101010101" pitchFamily="18" charset="-122"/>
                <a:ea typeface="阿里巴巴普惠体 R" panose="00020600040101010101" pitchFamily="18" charset="-122"/>
                <a:cs typeface="阿里巴巴普惠体 R" panose="00020600040101010101" pitchFamily="18" charset="-122"/>
              </a:rPr>
              <a:t>商品管理</a:t>
            </a:r>
          </a:p>
        </p:txBody>
      </p:sp>
      <p:sp>
        <p:nvSpPr>
          <p:cNvPr id="55" name="矩形: 圆角 54">
            <a:extLst>
              <a:ext uri="{FF2B5EF4-FFF2-40B4-BE49-F238E27FC236}">
                <a16:creationId xmlns:a16="http://schemas.microsoft.com/office/drawing/2014/main" id="{FCA9108C-4569-2634-60A8-0CA290E09EB9}"/>
              </a:ext>
            </a:extLst>
          </p:cNvPr>
          <p:cNvSpPr/>
          <p:nvPr/>
        </p:nvSpPr>
        <p:spPr>
          <a:xfrm>
            <a:off x="6561366" y="3700873"/>
            <a:ext cx="516582" cy="1680964"/>
          </a:xfrm>
          <a:prstGeom prst="roundRect">
            <a:avLst>
              <a:gd name="adj" fmla="val 10000"/>
            </a:avLst>
          </a:prstGeom>
          <a:solidFill>
            <a:schemeClr val="bg1"/>
          </a:solidFill>
          <a:ln>
            <a:solidFill>
              <a:srgbClr val="4472C4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dirty="0">
              <a:solidFill>
                <a:srgbClr val="4472C4"/>
              </a:solidFill>
            </a:endParaRPr>
          </a:p>
        </p:txBody>
      </p:sp>
      <p:sp>
        <p:nvSpPr>
          <p:cNvPr id="56" name="文本框 55">
            <a:extLst>
              <a:ext uri="{FF2B5EF4-FFF2-40B4-BE49-F238E27FC236}">
                <a16:creationId xmlns:a16="http://schemas.microsoft.com/office/drawing/2014/main" id="{9C080AE7-AADA-8516-F156-71458C8CD6E8}"/>
              </a:ext>
            </a:extLst>
          </p:cNvPr>
          <p:cNvSpPr txBox="1"/>
          <p:nvPr/>
        </p:nvSpPr>
        <p:spPr>
          <a:xfrm>
            <a:off x="6622921" y="3878673"/>
            <a:ext cx="400110" cy="1385530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txBody>
          <a:bodyPr vert="eaVert" wrap="square" rtlCol="0">
            <a:spAutoFit/>
          </a:bodyPr>
          <a:lstStyle/>
          <a:p>
            <a:r>
              <a:rPr lang="zh-CN" altLang="en-US" sz="1400" dirty="0">
                <a:solidFill>
                  <a:srgbClr val="4472C4"/>
                </a:solidFill>
                <a:latin typeface="阿里巴巴普惠体 R" panose="00020600040101010101" pitchFamily="18" charset="-122"/>
                <a:ea typeface="阿里巴巴普惠体 R" panose="00020600040101010101" pitchFamily="18" charset="-122"/>
                <a:cs typeface="阿里巴巴普惠体 R" panose="00020600040101010101" pitchFamily="18" charset="-122"/>
              </a:rPr>
              <a:t>券管理</a:t>
            </a:r>
          </a:p>
        </p:txBody>
      </p:sp>
      <p:sp>
        <p:nvSpPr>
          <p:cNvPr id="57" name="矩形: 圆角 56">
            <a:extLst>
              <a:ext uri="{FF2B5EF4-FFF2-40B4-BE49-F238E27FC236}">
                <a16:creationId xmlns:a16="http://schemas.microsoft.com/office/drawing/2014/main" id="{E432F4BD-1D7B-4624-1E6D-BAFB8DA11B84}"/>
              </a:ext>
            </a:extLst>
          </p:cNvPr>
          <p:cNvSpPr/>
          <p:nvPr/>
        </p:nvSpPr>
        <p:spPr>
          <a:xfrm>
            <a:off x="7144298" y="3700873"/>
            <a:ext cx="516582" cy="1680964"/>
          </a:xfrm>
          <a:prstGeom prst="roundRect">
            <a:avLst>
              <a:gd name="adj" fmla="val 10000"/>
            </a:avLst>
          </a:prstGeom>
          <a:solidFill>
            <a:schemeClr val="bg1"/>
          </a:solidFill>
          <a:ln>
            <a:solidFill>
              <a:srgbClr val="4472C4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dirty="0">
              <a:solidFill>
                <a:srgbClr val="4472C4"/>
              </a:solidFill>
            </a:endParaRPr>
          </a:p>
        </p:txBody>
      </p:sp>
      <p:sp>
        <p:nvSpPr>
          <p:cNvPr id="58" name="文本框 57">
            <a:extLst>
              <a:ext uri="{FF2B5EF4-FFF2-40B4-BE49-F238E27FC236}">
                <a16:creationId xmlns:a16="http://schemas.microsoft.com/office/drawing/2014/main" id="{BAF43CA8-533B-5A45-E978-BDCEC00554FF}"/>
              </a:ext>
            </a:extLst>
          </p:cNvPr>
          <p:cNvSpPr txBox="1"/>
          <p:nvPr/>
        </p:nvSpPr>
        <p:spPr>
          <a:xfrm>
            <a:off x="7205853" y="3878673"/>
            <a:ext cx="400110" cy="1385530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txBody>
          <a:bodyPr vert="eaVert" wrap="square" rtlCol="0">
            <a:spAutoFit/>
          </a:bodyPr>
          <a:lstStyle/>
          <a:p>
            <a:r>
              <a:rPr lang="zh-CN" altLang="en-US" sz="1400" dirty="0">
                <a:solidFill>
                  <a:srgbClr val="4472C4"/>
                </a:solidFill>
                <a:latin typeface="阿里巴巴普惠体 R" panose="00020600040101010101" pitchFamily="18" charset="-122"/>
                <a:ea typeface="阿里巴巴普惠体 R" panose="00020600040101010101" pitchFamily="18" charset="-122"/>
                <a:cs typeface="阿里巴巴普惠体 R" panose="00020600040101010101" pitchFamily="18" charset="-122"/>
              </a:rPr>
              <a:t>订单管理</a:t>
            </a:r>
          </a:p>
        </p:txBody>
      </p:sp>
      <p:sp>
        <p:nvSpPr>
          <p:cNvPr id="59" name="矩形: 圆角 58">
            <a:extLst>
              <a:ext uri="{FF2B5EF4-FFF2-40B4-BE49-F238E27FC236}">
                <a16:creationId xmlns:a16="http://schemas.microsoft.com/office/drawing/2014/main" id="{4DA7E074-21CA-49E2-A6C5-E75CB4C4A219}"/>
              </a:ext>
            </a:extLst>
          </p:cNvPr>
          <p:cNvSpPr/>
          <p:nvPr/>
        </p:nvSpPr>
        <p:spPr>
          <a:xfrm>
            <a:off x="7726253" y="3700873"/>
            <a:ext cx="516582" cy="1680964"/>
          </a:xfrm>
          <a:prstGeom prst="roundRect">
            <a:avLst>
              <a:gd name="adj" fmla="val 10000"/>
            </a:avLst>
          </a:prstGeom>
          <a:solidFill>
            <a:schemeClr val="bg1"/>
          </a:solidFill>
          <a:ln>
            <a:solidFill>
              <a:srgbClr val="4472C4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dirty="0">
              <a:solidFill>
                <a:srgbClr val="4472C4"/>
              </a:solidFill>
            </a:endParaRPr>
          </a:p>
        </p:txBody>
      </p:sp>
      <p:sp>
        <p:nvSpPr>
          <p:cNvPr id="60" name="文本框 59">
            <a:extLst>
              <a:ext uri="{FF2B5EF4-FFF2-40B4-BE49-F238E27FC236}">
                <a16:creationId xmlns:a16="http://schemas.microsoft.com/office/drawing/2014/main" id="{400E074E-1D5F-D347-9C9C-934080C4A41F}"/>
              </a:ext>
            </a:extLst>
          </p:cNvPr>
          <p:cNvSpPr txBox="1"/>
          <p:nvPr/>
        </p:nvSpPr>
        <p:spPr>
          <a:xfrm>
            <a:off x="7787808" y="3878673"/>
            <a:ext cx="400110" cy="1385530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txBody>
          <a:bodyPr vert="eaVert" wrap="square" rtlCol="0">
            <a:spAutoFit/>
          </a:bodyPr>
          <a:lstStyle/>
          <a:p>
            <a:r>
              <a:rPr lang="zh-CN" altLang="en-US" sz="1400" dirty="0">
                <a:solidFill>
                  <a:srgbClr val="4472C4"/>
                </a:solidFill>
                <a:latin typeface="阿里巴巴普惠体 R" panose="00020600040101010101" pitchFamily="18" charset="-122"/>
                <a:ea typeface="阿里巴巴普惠体 R" panose="00020600040101010101" pitchFamily="18" charset="-122"/>
                <a:cs typeface="阿里巴巴普惠体 R" panose="00020600040101010101" pitchFamily="18" charset="-122"/>
              </a:rPr>
              <a:t>售后管理</a:t>
            </a:r>
          </a:p>
        </p:txBody>
      </p:sp>
      <p:sp>
        <p:nvSpPr>
          <p:cNvPr id="61" name="矩形: 圆角 60">
            <a:extLst>
              <a:ext uri="{FF2B5EF4-FFF2-40B4-BE49-F238E27FC236}">
                <a16:creationId xmlns:a16="http://schemas.microsoft.com/office/drawing/2014/main" id="{A54D0008-16E7-D111-5441-335BF46F0B47}"/>
              </a:ext>
            </a:extLst>
          </p:cNvPr>
          <p:cNvSpPr/>
          <p:nvPr/>
        </p:nvSpPr>
        <p:spPr>
          <a:xfrm>
            <a:off x="8326176" y="3700873"/>
            <a:ext cx="516582" cy="1680964"/>
          </a:xfrm>
          <a:prstGeom prst="roundRect">
            <a:avLst>
              <a:gd name="adj" fmla="val 10000"/>
            </a:avLst>
          </a:prstGeom>
          <a:solidFill>
            <a:schemeClr val="bg1"/>
          </a:solidFill>
          <a:ln>
            <a:solidFill>
              <a:srgbClr val="4472C4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dirty="0">
              <a:solidFill>
                <a:srgbClr val="4472C4"/>
              </a:solidFill>
            </a:endParaRPr>
          </a:p>
        </p:txBody>
      </p:sp>
      <p:sp>
        <p:nvSpPr>
          <p:cNvPr id="62" name="文本框 61">
            <a:extLst>
              <a:ext uri="{FF2B5EF4-FFF2-40B4-BE49-F238E27FC236}">
                <a16:creationId xmlns:a16="http://schemas.microsoft.com/office/drawing/2014/main" id="{941C8C89-0130-CF82-7018-9E98C0F5C9EB}"/>
              </a:ext>
            </a:extLst>
          </p:cNvPr>
          <p:cNvSpPr txBox="1"/>
          <p:nvPr/>
        </p:nvSpPr>
        <p:spPr>
          <a:xfrm>
            <a:off x="8387731" y="3878673"/>
            <a:ext cx="400110" cy="1385530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txBody>
          <a:bodyPr vert="eaVert" wrap="square" rtlCol="0">
            <a:spAutoFit/>
          </a:bodyPr>
          <a:lstStyle/>
          <a:p>
            <a:r>
              <a:rPr lang="zh-CN" altLang="en-US" sz="1400" dirty="0">
                <a:solidFill>
                  <a:srgbClr val="4472C4"/>
                </a:solidFill>
                <a:latin typeface="阿里巴巴普惠体 R" panose="00020600040101010101" pitchFamily="18" charset="-122"/>
                <a:ea typeface="阿里巴巴普惠体 R" panose="00020600040101010101" pitchFamily="18" charset="-122"/>
                <a:cs typeface="阿里巴巴普惠体 R" panose="00020600040101010101" pitchFamily="18" charset="-122"/>
              </a:rPr>
              <a:t>发票管理</a:t>
            </a:r>
          </a:p>
        </p:txBody>
      </p:sp>
      <p:sp>
        <p:nvSpPr>
          <p:cNvPr id="63" name="矩形: 圆角 62">
            <a:extLst>
              <a:ext uri="{FF2B5EF4-FFF2-40B4-BE49-F238E27FC236}">
                <a16:creationId xmlns:a16="http://schemas.microsoft.com/office/drawing/2014/main" id="{FB154537-091C-BFB6-ADEB-76F846A7C19C}"/>
              </a:ext>
            </a:extLst>
          </p:cNvPr>
          <p:cNvSpPr/>
          <p:nvPr/>
        </p:nvSpPr>
        <p:spPr>
          <a:xfrm>
            <a:off x="8920648" y="3700873"/>
            <a:ext cx="516582" cy="1680964"/>
          </a:xfrm>
          <a:prstGeom prst="roundRect">
            <a:avLst>
              <a:gd name="adj" fmla="val 10000"/>
            </a:avLst>
          </a:prstGeom>
          <a:solidFill>
            <a:schemeClr val="bg1"/>
          </a:solidFill>
          <a:ln>
            <a:solidFill>
              <a:srgbClr val="4472C4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dirty="0">
              <a:solidFill>
                <a:srgbClr val="4472C4"/>
              </a:solidFill>
            </a:endParaRPr>
          </a:p>
        </p:txBody>
      </p:sp>
      <p:sp>
        <p:nvSpPr>
          <p:cNvPr id="64" name="文本框 63">
            <a:extLst>
              <a:ext uri="{FF2B5EF4-FFF2-40B4-BE49-F238E27FC236}">
                <a16:creationId xmlns:a16="http://schemas.microsoft.com/office/drawing/2014/main" id="{B7018F15-523F-148B-8FF3-CF14A9CE080C}"/>
              </a:ext>
            </a:extLst>
          </p:cNvPr>
          <p:cNvSpPr txBox="1"/>
          <p:nvPr/>
        </p:nvSpPr>
        <p:spPr>
          <a:xfrm>
            <a:off x="8982203" y="3878673"/>
            <a:ext cx="400110" cy="1385530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txBody>
          <a:bodyPr vert="eaVert" wrap="square" rtlCol="0">
            <a:spAutoFit/>
          </a:bodyPr>
          <a:lstStyle/>
          <a:p>
            <a:r>
              <a:rPr lang="zh-CN" altLang="en-US" sz="1400" dirty="0">
                <a:solidFill>
                  <a:srgbClr val="4472C4"/>
                </a:solidFill>
                <a:latin typeface="阿里巴巴普惠体 R" panose="00020600040101010101" pitchFamily="18" charset="-122"/>
                <a:ea typeface="阿里巴巴普惠体 R" panose="00020600040101010101" pitchFamily="18" charset="-122"/>
                <a:cs typeface="阿里巴巴普惠体 R" panose="00020600040101010101" pitchFamily="18" charset="-122"/>
              </a:rPr>
              <a:t>价格管理</a:t>
            </a:r>
          </a:p>
        </p:txBody>
      </p:sp>
      <p:sp>
        <p:nvSpPr>
          <p:cNvPr id="65" name="矩形: 圆角 64">
            <a:extLst>
              <a:ext uri="{FF2B5EF4-FFF2-40B4-BE49-F238E27FC236}">
                <a16:creationId xmlns:a16="http://schemas.microsoft.com/office/drawing/2014/main" id="{351E4981-150A-163D-FA4D-8A859DBE6D4E}"/>
              </a:ext>
            </a:extLst>
          </p:cNvPr>
          <p:cNvSpPr/>
          <p:nvPr/>
        </p:nvSpPr>
        <p:spPr>
          <a:xfrm>
            <a:off x="9504320" y="3700873"/>
            <a:ext cx="516582" cy="1680964"/>
          </a:xfrm>
          <a:prstGeom prst="roundRect">
            <a:avLst>
              <a:gd name="adj" fmla="val 10000"/>
            </a:avLst>
          </a:prstGeom>
          <a:solidFill>
            <a:schemeClr val="bg1"/>
          </a:solidFill>
          <a:ln>
            <a:solidFill>
              <a:srgbClr val="4472C4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dirty="0">
              <a:solidFill>
                <a:srgbClr val="4472C4"/>
              </a:solidFill>
            </a:endParaRPr>
          </a:p>
        </p:txBody>
      </p:sp>
      <p:sp>
        <p:nvSpPr>
          <p:cNvPr id="66" name="文本框 65">
            <a:extLst>
              <a:ext uri="{FF2B5EF4-FFF2-40B4-BE49-F238E27FC236}">
                <a16:creationId xmlns:a16="http://schemas.microsoft.com/office/drawing/2014/main" id="{32DD4E51-AFCB-A4ED-ABBE-F33C783051F1}"/>
              </a:ext>
            </a:extLst>
          </p:cNvPr>
          <p:cNvSpPr txBox="1"/>
          <p:nvPr/>
        </p:nvSpPr>
        <p:spPr>
          <a:xfrm>
            <a:off x="9565875" y="3878673"/>
            <a:ext cx="400110" cy="1385530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txBody>
          <a:bodyPr vert="eaVert" wrap="square" rtlCol="0">
            <a:spAutoFit/>
          </a:bodyPr>
          <a:lstStyle/>
          <a:p>
            <a:r>
              <a:rPr lang="zh-CN" altLang="en-US" sz="1400" dirty="0">
                <a:solidFill>
                  <a:srgbClr val="4472C4"/>
                </a:solidFill>
                <a:latin typeface="阿里巴巴普惠体 R" panose="00020600040101010101" pitchFamily="18" charset="-122"/>
                <a:ea typeface="阿里巴巴普惠体 R" panose="00020600040101010101" pitchFamily="18" charset="-122"/>
                <a:cs typeface="阿里巴巴普惠体 R" panose="00020600040101010101" pitchFamily="18" charset="-122"/>
              </a:rPr>
              <a:t>库存管理</a:t>
            </a:r>
          </a:p>
        </p:txBody>
      </p:sp>
      <p:sp>
        <p:nvSpPr>
          <p:cNvPr id="67" name="矩形: 圆角 66">
            <a:extLst>
              <a:ext uri="{FF2B5EF4-FFF2-40B4-BE49-F238E27FC236}">
                <a16:creationId xmlns:a16="http://schemas.microsoft.com/office/drawing/2014/main" id="{3D689BDF-BDE2-ABC0-CC46-1A5299CA03AE}"/>
              </a:ext>
            </a:extLst>
          </p:cNvPr>
          <p:cNvSpPr/>
          <p:nvPr/>
        </p:nvSpPr>
        <p:spPr>
          <a:xfrm>
            <a:off x="10086716" y="3700873"/>
            <a:ext cx="516582" cy="1680964"/>
          </a:xfrm>
          <a:prstGeom prst="roundRect">
            <a:avLst>
              <a:gd name="adj" fmla="val 10000"/>
            </a:avLst>
          </a:prstGeom>
          <a:solidFill>
            <a:schemeClr val="bg1"/>
          </a:solidFill>
          <a:ln>
            <a:solidFill>
              <a:srgbClr val="4472C4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dirty="0">
              <a:solidFill>
                <a:srgbClr val="4472C4"/>
              </a:solidFill>
            </a:endParaRPr>
          </a:p>
        </p:txBody>
      </p:sp>
      <p:sp>
        <p:nvSpPr>
          <p:cNvPr id="68" name="文本框 67">
            <a:extLst>
              <a:ext uri="{FF2B5EF4-FFF2-40B4-BE49-F238E27FC236}">
                <a16:creationId xmlns:a16="http://schemas.microsoft.com/office/drawing/2014/main" id="{671C1282-CB4D-CF91-AED8-E131F2F74978}"/>
              </a:ext>
            </a:extLst>
          </p:cNvPr>
          <p:cNvSpPr txBox="1"/>
          <p:nvPr/>
        </p:nvSpPr>
        <p:spPr>
          <a:xfrm>
            <a:off x="10148271" y="3878673"/>
            <a:ext cx="400110" cy="1385530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txBody>
          <a:bodyPr vert="eaVert" wrap="square" rtlCol="0">
            <a:spAutoFit/>
          </a:bodyPr>
          <a:lstStyle/>
          <a:p>
            <a:r>
              <a:rPr lang="zh-CN" altLang="en-US" sz="1400" dirty="0">
                <a:solidFill>
                  <a:srgbClr val="4472C4"/>
                </a:solidFill>
                <a:latin typeface="阿里巴巴普惠体 R" panose="00020600040101010101" pitchFamily="18" charset="-122"/>
                <a:ea typeface="阿里巴巴普惠体 R" panose="00020600040101010101" pitchFamily="18" charset="-122"/>
                <a:cs typeface="阿里巴巴普惠体 R" panose="00020600040101010101" pitchFamily="18" charset="-122"/>
              </a:rPr>
              <a:t>库存盘点</a:t>
            </a:r>
          </a:p>
        </p:txBody>
      </p:sp>
      <p:sp>
        <p:nvSpPr>
          <p:cNvPr id="69" name="矩形: 圆角 68">
            <a:extLst>
              <a:ext uri="{FF2B5EF4-FFF2-40B4-BE49-F238E27FC236}">
                <a16:creationId xmlns:a16="http://schemas.microsoft.com/office/drawing/2014/main" id="{555CF0DC-2F38-E2E4-C24A-C935DB442372}"/>
              </a:ext>
            </a:extLst>
          </p:cNvPr>
          <p:cNvSpPr/>
          <p:nvPr/>
        </p:nvSpPr>
        <p:spPr>
          <a:xfrm>
            <a:off x="10666034" y="3700873"/>
            <a:ext cx="516582" cy="1680964"/>
          </a:xfrm>
          <a:prstGeom prst="roundRect">
            <a:avLst>
              <a:gd name="adj" fmla="val 10000"/>
            </a:avLst>
          </a:prstGeom>
          <a:solidFill>
            <a:schemeClr val="bg1"/>
          </a:solidFill>
          <a:ln>
            <a:solidFill>
              <a:srgbClr val="4472C4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dirty="0">
              <a:solidFill>
                <a:srgbClr val="4472C4"/>
              </a:solidFill>
            </a:endParaRPr>
          </a:p>
        </p:txBody>
      </p:sp>
      <p:sp>
        <p:nvSpPr>
          <p:cNvPr id="70" name="文本框 69">
            <a:extLst>
              <a:ext uri="{FF2B5EF4-FFF2-40B4-BE49-F238E27FC236}">
                <a16:creationId xmlns:a16="http://schemas.microsoft.com/office/drawing/2014/main" id="{ECC70D6A-1AC3-0681-FA5A-96952A728D2A}"/>
              </a:ext>
            </a:extLst>
          </p:cNvPr>
          <p:cNvSpPr txBox="1"/>
          <p:nvPr/>
        </p:nvSpPr>
        <p:spPr>
          <a:xfrm>
            <a:off x="10727589" y="3878673"/>
            <a:ext cx="400110" cy="1385530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txBody>
          <a:bodyPr vert="eaVert" wrap="square" rtlCol="0">
            <a:spAutoFit/>
          </a:bodyPr>
          <a:lstStyle/>
          <a:p>
            <a:r>
              <a:rPr lang="zh-CN" altLang="en-US" sz="1400" dirty="0">
                <a:solidFill>
                  <a:srgbClr val="4472C4"/>
                </a:solidFill>
                <a:latin typeface="阿里巴巴普惠体 R" panose="00020600040101010101" pitchFamily="18" charset="-122"/>
                <a:ea typeface="阿里巴巴普惠体 R" panose="00020600040101010101" pitchFamily="18" charset="-122"/>
                <a:cs typeface="阿里巴巴普惠体 R" panose="00020600040101010101" pitchFamily="18" charset="-122"/>
              </a:rPr>
              <a:t>调拨管理</a:t>
            </a:r>
          </a:p>
        </p:txBody>
      </p:sp>
      <p:sp>
        <p:nvSpPr>
          <p:cNvPr id="71" name="矩形: 圆角 70">
            <a:extLst>
              <a:ext uri="{FF2B5EF4-FFF2-40B4-BE49-F238E27FC236}">
                <a16:creationId xmlns:a16="http://schemas.microsoft.com/office/drawing/2014/main" id="{7ECAF693-D0B5-5769-B43D-E4D68D3E10C1}"/>
              </a:ext>
            </a:extLst>
          </p:cNvPr>
          <p:cNvSpPr/>
          <p:nvPr/>
        </p:nvSpPr>
        <p:spPr>
          <a:xfrm>
            <a:off x="11269686" y="3700873"/>
            <a:ext cx="516582" cy="1680964"/>
          </a:xfrm>
          <a:prstGeom prst="roundRect">
            <a:avLst>
              <a:gd name="adj" fmla="val 10000"/>
            </a:avLst>
          </a:prstGeom>
          <a:solidFill>
            <a:schemeClr val="bg1"/>
          </a:solidFill>
          <a:ln>
            <a:solidFill>
              <a:srgbClr val="4472C4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dirty="0">
              <a:solidFill>
                <a:srgbClr val="4472C4"/>
              </a:solidFill>
            </a:endParaRPr>
          </a:p>
        </p:txBody>
      </p:sp>
      <p:sp>
        <p:nvSpPr>
          <p:cNvPr id="72" name="文本框 71">
            <a:extLst>
              <a:ext uri="{FF2B5EF4-FFF2-40B4-BE49-F238E27FC236}">
                <a16:creationId xmlns:a16="http://schemas.microsoft.com/office/drawing/2014/main" id="{96ED23B9-E274-CCA3-98FD-46CCFF7756BF}"/>
              </a:ext>
            </a:extLst>
          </p:cNvPr>
          <p:cNvSpPr txBox="1"/>
          <p:nvPr/>
        </p:nvSpPr>
        <p:spPr>
          <a:xfrm>
            <a:off x="11331241" y="3878673"/>
            <a:ext cx="400110" cy="1385530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txBody>
          <a:bodyPr vert="eaVert" wrap="square" rtlCol="0">
            <a:spAutoFit/>
          </a:bodyPr>
          <a:lstStyle/>
          <a:p>
            <a:r>
              <a:rPr lang="zh-CN" altLang="en-US" sz="1400" dirty="0">
                <a:solidFill>
                  <a:srgbClr val="4472C4"/>
                </a:solidFill>
                <a:latin typeface="阿里巴巴普惠体 R" panose="00020600040101010101" pitchFamily="18" charset="-122"/>
                <a:ea typeface="阿里巴巴普惠体 R" panose="00020600040101010101" pitchFamily="18" charset="-122"/>
                <a:cs typeface="阿里巴巴普惠体 R" panose="00020600040101010101" pitchFamily="18" charset="-122"/>
              </a:rPr>
              <a:t>参数设置</a:t>
            </a:r>
          </a:p>
        </p:txBody>
      </p:sp>
      <p:sp>
        <p:nvSpPr>
          <p:cNvPr id="73" name="矩形: 圆角 72">
            <a:extLst>
              <a:ext uri="{FF2B5EF4-FFF2-40B4-BE49-F238E27FC236}">
                <a16:creationId xmlns:a16="http://schemas.microsoft.com/office/drawing/2014/main" id="{2A76C7E8-683A-3EDA-90D5-CA45A9C7BF92}"/>
              </a:ext>
            </a:extLst>
          </p:cNvPr>
          <p:cNvSpPr/>
          <p:nvPr/>
        </p:nvSpPr>
        <p:spPr>
          <a:xfrm>
            <a:off x="11856952" y="3700873"/>
            <a:ext cx="516582" cy="1680964"/>
          </a:xfrm>
          <a:prstGeom prst="roundRect">
            <a:avLst>
              <a:gd name="adj" fmla="val 10000"/>
            </a:avLst>
          </a:prstGeom>
          <a:solidFill>
            <a:schemeClr val="bg1"/>
          </a:solidFill>
          <a:ln>
            <a:solidFill>
              <a:srgbClr val="4472C4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dirty="0">
              <a:solidFill>
                <a:srgbClr val="4472C4"/>
              </a:solidFill>
            </a:endParaRPr>
          </a:p>
        </p:txBody>
      </p:sp>
      <p:sp>
        <p:nvSpPr>
          <p:cNvPr id="74" name="文本框 73">
            <a:extLst>
              <a:ext uri="{FF2B5EF4-FFF2-40B4-BE49-F238E27FC236}">
                <a16:creationId xmlns:a16="http://schemas.microsoft.com/office/drawing/2014/main" id="{FD7AA9BC-A557-D03B-FBC1-54901DD1B7DF}"/>
              </a:ext>
            </a:extLst>
          </p:cNvPr>
          <p:cNvSpPr txBox="1"/>
          <p:nvPr/>
        </p:nvSpPr>
        <p:spPr>
          <a:xfrm>
            <a:off x="11918507" y="3878673"/>
            <a:ext cx="400110" cy="1385530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txBody>
          <a:bodyPr vert="eaVert" wrap="square" rtlCol="0">
            <a:spAutoFit/>
          </a:bodyPr>
          <a:lstStyle/>
          <a:p>
            <a:r>
              <a:rPr lang="zh-CN" altLang="en-US" sz="1400" dirty="0">
                <a:solidFill>
                  <a:srgbClr val="4472C4"/>
                </a:solidFill>
                <a:latin typeface="阿里巴巴普惠体 R" panose="00020600040101010101" pitchFamily="18" charset="-122"/>
                <a:ea typeface="阿里巴巴普惠体 R" panose="00020600040101010101" pitchFamily="18" charset="-122"/>
                <a:cs typeface="阿里巴巴普惠体 R" panose="00020600040101010101" pitchFamily="18" charset="-122"/>
              </a:rPr>
              <a:t>策略管理</a:t>
            </a:r>
          </a:p>
        </p:txBody>
      </p:sp>
      <p:sp>
        <p:nvSpPr>
          <p:cNvPr id="75" name="矩形: 圆角 74">
            <a:extLst>
              <a:ext uri="{FF2B5EF4-FFF2-40B4-BE49-F238E27FC236}">
                <a16:creationId xmlns:a16="http://schemas.microsoft.com/office/drawing/2014/main" id="{3E13F189-0241-5AB4-3403-4944B89282FE}"/>
              </a:ext>
            </a:extLst>
          </p:cNvPr>
          <p:cNvSpPr/>
          <p:nvPr/>
        </p:nvSpPr>
        <p:spPr>
          <a:xfrm>
            <a:off x="12436019" y="3700873"/>
            <a:ext cx="516582" cy="1680964"/>
          </a:xfrm>
          <a:prstGeom prst="roundRect">
            <a:avLst>
              <a:gd name="adj" fmla="val 10000"/>
            </a:avLst>
          </a:prstGeom>
          <a:solidFill>
            <a:schemeClr val="bg1"/>
          </a:solidFill>
          <a:ln>
            <a:solidFill>
              <a:srgbClr val="4472C4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dirty="0">
              <a:solidFill>
                <a:srgbClr val="4472C4"/>
              </a:solidFill>
            </a:endParaRPr>
          </a:p>
        </p:txBody>
      </p:sp>
      <p:sp>
        <p:nvSpPr>
          <p:cNvPr id="76" name="文本框 75">
            <a:extLst>
              <a:ext uri="{FF2B5EF4-FFF2-40B4-BE49-F238E27FC236}">
                <a16:creationId xmlns:a16="http://schemas.microsoft.com/office/drawing/2014/main" id="{A660CE0A-9DAC-6FB1-361E-3F15F61819A8}"/>
              </a:ext>
            </a:extLst>
          </p:cNvPr>
          <p:cNvSpPr txBox="1"/>
          <p:nvPr/>
        </p:nvSpPr>
        <p:spPr>
          <a:xfrm>
            <a:off x="12497574" y="3878673"/>
            <a:ext cx="400110" cy="1385530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txBody>
          <a:bodyPr vert="eaVert" wrap="square" rtlCol="0">
            <a:spAutoFit/>
          </a:bodyPr>
          <a:lstStyle/>
          <a:p>
            <a:r>
              <a:rPr lang="zh-CN" altLang="en-US" sz="1400" dirty="0">
                <a:solidFill>
                  <a:srgbClr val="4472C4"/>
                </a:solidFill>
                <a:latin typeface="阿里巴巴普惠体 R" panose="00020600040101010101" pitchFamily="18" charset="-122"/>
                <a:ea typeface="阿里巴巴普惠体 R" panose="00020600040101010101" pitchFamily="18" charset="-122"/>
                <a:cs typeface="阿里巴巴普惠体 R" panose="00020600040101010101" pitchFamily="18" charset="-122"/>
              </a:rPr>
              <a:t>审批管理</a:t>
            </a:r>
          </a:p>
        </p:txBody>
      </p:sp>
      <p:sp>
        <p:nvSpPr>
          <p:cNvPr id="77" name="矩形: 圆角 76">
            <a:extLst>
              <a:ext uri="{FF2B5EF4-FFF2-40B4-BE49-F238E27FC236}">
                <a16:creationId xmlns:a16="http://schemas.microsoft.com/office/drawing/2014/main" id="{B327AF17-DED8-1208-5049-E8CA6AFC0EF5}"/>
              </a:ext>
            </a:extLst>
          </p:cNvPr>
          <p:cNvSpPr/>
          <p:nvPr/>
        </p:nvSpPr>
        <p:spPr>
          <a:xfrm>
            <a:off x="1784438" y="3700873"/>
            <a:ext cx="516582" cy="790890"/>
          </a:xfrm>
          <a:prstGeom prst="roundRect">
            <a:avLst>
              <a:gd name="adj" fmla="val 10000"/>
            </a:avLst>
          </a:prstGeom>
          <a:solidFill>
            <a:schemeClr val="bg1"/>
          </a:solidFill>
          <a:ln>
            <a:solidFill>
              <a:srgbClr val="4472C4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dirty="0">
              <a:solidFill>
                <a:srgbClr val="4472C4"/>
              </a:solidFill>
            </a:endParaRPr>
          </a:p>
        </p:txBody>
      </p:sp>
      <p:sp>
        <p:nvSpPr>
          <p:cNvPr id="78" name="文本框 77">
            <a:extLst>
              <a:ext uri="{FF2B5EF4-FFF2-40B4-BE49-F238E27FC236}">
                <a16:creationId xmlns:a16="http://schemas.microsoft.com/office/drawing/2014/main" id="{F255048A-CCA7-1066-9C16-121A09E39604}"/>
              </a:ext>
            </a:extLst>
          </p:cNvPr>
          <p:cNvSpPr txBox="1"/>
          <p:nvPr/>
        </p:nvSpPr>
        <p:spPr>
          <a:xfrm>
            <a:off x="1845993" y="3878673"/>
            <a:ext cx="400110" cy="589065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txBody>
          <a:bodyPr vert="eaVert" wrap="square" rtlCol="0">
            <a:spAutoFit/>
          </a:bodyPr>
          <a:lstStyle/>
          <a:p>
            <a:r>
              <a:rPr lang="zh-CN" altLang="en-US" sz="1400" dirty="0">
                <a:solidFill>
                  <a:srgbClr val="4472C4"/>
                </a:solidFill>
                <a:latin typeface="阿里巴巴普惠体 R" panose="00020600040101010101" pitchFamily="18" charset="-122"/>
                <a:ea typeface="阿里巴巴普惠体 R" panose="00020600040101010101" pitchFamily="18" charset="-122"/>
                <a:cs typeface="阿里巴巴普惠体 R" panose="00020600040101010101" pitchFamily="18" charset="-122"/>
              </a:rPr>
              <a:t>盘点</a:t>
            </a:r>
          </a:p>
        </p:txBody>
      </p:sp>
      <p:sp>
        <p:nvSpPr>
          <p:cNvPr id="79" name="矩形: 圆角 78">
            <a:extLst>
              <a:ext uri="{FF2B5EF4-FFF2-40B4-BE49-F238E27FC236}">
                <a16:creationId xmlns:a16="http://schemas.microsoft.com/office/drawing/2014/main" id="{742D03B8-013B-CE82-C1B3-DAEC1FFF1E23}"/>
              </a:ext>
            </a:extLst>
          </p:cNvPr>
          <p:cNvSpPr/>
          <p:nvPr/>
        </p:nvSpPr>
        <p:spPr>
          <a:xfrm>
            <a:off x="1197193" y="3700873"/>
            <a:ext cx="516582" cy="790890"/>
          </a:xfrm>
          <a:prstGeom prst="roundRect">
            <a:avLst>
              <a:gd name="adj" fmla="val 10000"/>
            </a:avLst>
          </a:prstGeom>
          <a:solidFill>
            <a:schemeClr val="bg1"/>
          </a:solidFill>
          <a:ln>
            <a:solidFill>
              <a:srgbClr val="4472C4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dirty="0">
              <a:solidFill>
                <a:srgbClr val="4472C4"/>
              </a:solidFill>
            </a:endParaRPr>
          </a:p>
        </p:txBody>
      </p:sp>
      <p:sp>
        <p:nvSpPr>
          <p:cNvPr id="80" name="文本框 79">
            <a:extLst>
              <a:ext uri="{FF2B5EF4-FFF2-40B4-BE49-F238E27FC236}">
                <a16:creationId xmlns:a16="http://schemas.microsoft.com/office/drawing/2014/main" id="{D3E901B6-002A-05F0-DB97-E517562B55C8}"/>
              </a:ext>
            </a:extLst>
          </p:cNvPr>
          <p:cNvSpPr txBox="1"/>
          <p:nvPr/>
        </p:nvSpPr>
        <p:spPr>
          <a:xfrm>
            <a:off x="1258748" y="3878673"/>
            <a:ext cx="400110" cy="589065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txBody>
          <a:bodyPr vert="eaVert" wrap="square" rtlCol="0">
            <a:spAutoFit/>
          </a:bodyPr>
          <a:lstStyle/>
          <a:p>
            <a:r>
              <a:rPr lang="zh-CN" altLang="en-US" sz="1400" dirty="0">
                <a:solidFill>
                  <a:srgbClr val="4472C4"/>
                </a:solidFill>
                <a:latin typeface="阿里巴巴普惠体 R" panose="00020600040101010101" pitchFamily="18" charset="-122"/>
                <a:ea typeface="阿里巴巴普惠体 R" panose="00020600040101010101" pitchFamily="18" charset="-122"/>
                <a:cs typeface="阿里巴巴普惠体 R" panose="00020600040101010101" pitchFamily="18" charset="-122"/>
              </a:rPr>
              <a:t>销售</a:t>
            </a:r>
          </a:p>
        </p:txBody>
      </p:sp>
      <p:sp>
        <p:nvSpPr>
          <p:cNvPr id="83" name="矩形: 圆角 82">
            <a:extLst>
              <a:ext uri="{FF2B5EF4-FFF2-40B4-BE49-F238E27FC236}">
                <a16:creationId xmlns:a16="http://schemas.microsoft.com/office/drawing/2014/main" id="{A9E68F25-02EA-1D64-8AF4-4BDF392622EC}"/>
              </a:ext>
            </a:extLst>
          </p:cNvPr>
          <p:cNvSpPr/>
          <p:nvPr/>
        </p:nvSpPr>
        <p:spPr>
          <a:xfrm>
            <a:off x="1190886" y="4559375"/>
            <a:ext cx="516582" cy="831903"/>
          </a:xfrm>
          <a:prstGeom prst="roundRect">
            <a:avLst>
              <a:gd name="adj" fmla="val 10000"/>
            </a:avLst>
          </a:prstGeom>
          <a:solidFill>
            <a:schemeClr val="bg1"/>
          </a:solidFill>
          <a:ln>
            <a:solidFill>
              <a:srgbClr val="4472C4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dirty="0">
              <a:solidFill>
                <a:srgbClr val="4472C4"/>
              </a:solidFill>
            </a:endParaRPr>
          </a:p>
        </p:txBody>
      </p:sp>
      <p:sp>
        <p:nvSpPr>
          <p:cNvPr id="84" name="文本框 83">
            <a:extLst>
              <a:ext uri="{FF2B5EF4-FFF2-40B4-BE49-F238E27FC236}">
                <a16:creationId xmlns:a16="http://schemas.microsoft.com/office/drawing/2014/main" id="{4710522B-C972-0D5C-EC23-833A8998F89D}"/>
              </a:ext>
            </a:extLst>
          </p:cNvPr>
          <p:cNvSpPr txBox="1"/>
          <p:nvPr/>
        </p:nvSpPr>
        <p:spPr>
          <a:xfrm>
            <a:off x="1252441" y="4679044"/>
            <a:ext cx="400110" cy="589065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txBody>
          <a:bodyPr vert="eaVert" wrap="square" rtlCol="0">
            <a:spAutoFit/>
          </a:bodyPr>
          <a:lstStyle/>
          <a:p>
            <a:r>
              <a:rPr lang="zh-CN" altLang="en-US" sz="1400" dirty="0">
                <a:solidFill>
                  <a:srgbClr val="4472C4"/>
                </a:solidFill>
                <a:latin typeface="阿里巴巴普惠体 R" panose="00020600040101010101" pitchFamily="18" charset="-122"/>
                <a:ea typeface="阿里巴巴普惠体 R" panose="00020600040101010101" pitchFamily="18" charset="-122"/>
                <a:cs typeface="阿里巴巴普惠体 R" panose="00020600040101010101" pitchFamily="18" charset="-122"/>
              </a:rPr>
              <a:t>调拨</a:t>
            </a:r>
          </a:p>
        </p:txBody>
      </p:sp>
      <p:sp>
        <p:nvSpPr>
          <p:cNvPr id="85" name="矩形: 圆角 84">
            <a:extLst>
              <a:ext uri="{FF2B5EF4-FFF2-40B4-BE49-F238E27FC236}">
                <a16:creationId xmlns:a16="http://schemas.microsoft.com/office/drawing/2014/main" id="{CE812968-655B-9D78-E685-22590B01C97E}"/>
              </a:ext>
            </a:extLst>
          </p:cNvPr>
          <p:cNvSpPr/>
          <p:nvPr/>
        </p:nvSpPr>
        <p:spPr>
          <a:xfrm>
            <a:off x="1781592" y="4541465"/>
            <a:ext cx="516582" cy="849813"/>
          </a:xfrm>
          <a:prstGeom prst="roundRect">
            <a:avLst>
              <a:gd name="adj" fmla="val 10000"/>
            </a:avLst>
          </a:prstGeom>
          <a:solidFill>
            <a:schemeClr val="bg1"/>
          </a:solidFill>
          <a:ln>
            <a:solidFill>
              <a:srgbClr val="4472C4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dirty="0">
              <a:solidFill>
                <a:srgbClr val="4472C4"/>
              </a:solidFill>
            </a:endParaRPr>
          </a:p>
        </p:txBody>
      </p:sp>
      <p:sp>
        <p:nvSpPr>
          <p:cNvPr id="86" name="文本框 85">
            <a:extLst>
              <a:ext uri="{FF2B5EF4-FFF2-40B4-BE49-F238E27FC236}">
                <a16:creationId xmlns:a16="http://schemas.microsoft.com/office/drawing/2014/main" id="{9ED8A2C5-D711-03F8-6BB9-E5CFAC6F0CFF}"/>
              </a:ext>
            </a:extLst>
          </p:cNvPr>
          <p:cNvSpPr txBox="1"/>
          <p:nvPr/>
        </p:nvSpPr>
        <p:spPr>
          <a:xfrm>
            <a:off x="1843147" y="4679044"/>
            <a:ext cx="400110" cy="589065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txBody>
          <a:bodyPr vert="eaVert" wrap="square" rtlCol="0">
            <a:spAutoFit/>
          </a:bodyPr>
          <a:lstStyle/>
          <a:p>
            <a:r>
              <a:rPr lang="zh-CN" altLang="en-US" sz="1400" dirty="0">
                <a:solidFill>
                  <a:srgbClr val="4472C4"/>
                </a:solidFill>
                <a:latin typeface="阿里巴巴普惠体 R" panose="00020600040101010101" pitchFamily="18" charset="-122"/>
                <a:ea typeface="阿里巴巴普惠体 R" panose="00020600040101010101" pitchFamily="18" charset="-122"/>
                <a:cs typeface="阿里巴巴普惠体 R" panose="00020600040101010101" pitchFamily="18" charset="-122"/>
              </a:rPr>
              <a:t>发券</a:t>
            </a:r>
          </a:p>
        </p:txBody>
      </p:sp>
      <p:sp>
        <p:nvSpPr>
          <p:cNvPr id="87" name="矩形: 圆角 86">
            <a:extLst>
              <a:ext uri="{FF2B5EF4-FFF2-40B4-BE49-F238E27FC236}">
                <a16:creationId xmlns:a16="http://schemas.microsoft.com/office/drawing/2014/main" id="{BB485DB3-0889-3463-3917-01082DAB46FB}"/>
              </a:ext>
            </a:extLst>
          </p:cNvPr>
          <p:cNvSpPr/>
          <p:nvPr/>
        </p:nvSpPr>
        <p:spPr>
          <a:xfrm>
            <a:off x="597071" y="3700873"/>
            <a:ext cx="516582" cy="790890"/>
          </a:xfrm>
          <a:prstGeom prst="roundRect">
            <a:avLst>
              <a:gd name="adj" fmla="val 10000"/>
            </a:avLst>
          </a:prstGeom>
          <a:solidFill>
            <a:schemeClr val="bg1"/>
          </a:solidFill>
          <a:ln>
            <a:solidFill>
              <a:srgbClr val="4472C4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dirty="0">
              <a:solidFill>
                <a:srgbClr val="4472C4"/>
              </a:solidFill>
            </a:endParaRPr>
          </a:p>
        </p:txBody>
      </p:sp>
      <p:sp>
        <p:nvSpPr>
          <p:cNvPr id="88" name="文本框 87">
            <a:extLst>
              <a:ext uri="{FF2B5EF4-FFF2-40B4-BE49-F238E27FC236}">
                <a16:creationId xmlns:a16="http://schemas.microsoft.com/office/drawing/2014/main" id="{7624D2F8-AF25-FCEE-2689-E982E3237FB3}"/>
              </a:ext>
            </a:extLst>
          </p:cNvPr>
          <p:cNvSpPr txBox="1"/>
          <p:nvPr/>
        </p:nvSpPr>
        <p:spPr>
          <a:xfrm>
            <a:off x="658626" y="3878673"/>
            <a:ext cx="400110" cy="589065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txBody>
          <a:bodyPr vert="eaVert" wrap="square" rtlCol="0">
            <a:spAutoFit/>
          </a:bodyPr>
          <a:lstStyle/>
          <a:p>
            <a:r>
              <a:rPr lang="zh-CN" altLang="en-US" sz="1400" dirty="0">
                <a:solidFill>
                  <a:srgbClr val="4472C4"/>
                </a:solidFill>
                <a:latin typeface="阿里巴巴普惠体 R" panose="00020600040101010101" pitchFamily="18" charset="-122"/>
                <a:ea typeface="阿里巴巴普惠体 R" panose="00020600040101010101" pitchFamily="18" charset="-122"/>
                <a:cs typeface="阿里巴巴普惠体 R" panose="00020600040101010101" pitchFamily="18" charset="-122"/>
              </a:rPr>
              <a:t>登录</a:t>
            </a:r>
          </a:p>
        </p:txBody>
      </p:sp>
      <p:sp>
        <p:nvSpPr>
          <p:cNvPr id="91" name="矩形: 圆角 90">
            <a:extLst>
              <a:ext uri="{FF2B5EF4-FFF2-40B4-BE49-F238E27FC236}">
                <a16:creationId xmlns:a16="http://schemas.microsoft.com/office/drawing/2014/main" id="{F9307385-50E7-77FD-84E9-EEE4A233A314}"/>
              </a:ext>
            </a:extLst>
          </p:cNvPr>
          <p:cNvSpPr/>
          <p:nvPr/>
        </p:nvSpPr>
        <p:spPr>
          <a:xfrm>
            <a:off x="-3051" y="3700873"/>
            <a:ext cx="516582" cy="790890"/>
          </a:xfrm>
          <a:prstGeom prst="roundRect">
            <a:avLst>
              <a:gd name="adj" fmla="val 10000"/>
            </a:avLst>
          </a:prstGeom>
          <a:solidFill>
            <a:schemeClr val="bg1"/>
          </a:solidFill>
          <a:ln>
            <a:solidFill>
              <a:srgbClr val="4472C4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dirty="0">
              <a:solidFill>
                <a:srgbClr val="4472C4"/>
              </a:solidFill>
            </a:endParaRPr>
          </a:p>
        </p:txBody>
      </p:sp>
      <p:sp>
        <p:nvSpPr>
          <p:cNvPr id="92" name="文本框 91">
            <a:extLst>
              <a:ext uri="{FF2B5EF4-FFF2-40B4-BE49-F238E27FC236}">
                <a16:creationId xmlns:a16="http://schemas.microsoft.com/office/drawing/2014/main" id="{33359D0A-51C6-12BB-0C54-310FB78FC103}"/>
              </a:ext>
            </a:extLst>
          </p:cNvPr>
          <p:cNvSpPr txBox="1"/>
          <p:nvPr/>
        </p:nvSpPr>
        <p:spPr>
          <a:xfrm>
            <a:off x="58504" y="3878673"/>
            <a:ext cx="400110" cy="589065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txBody>
          <a:bodyPr vert="eaVert" wrap="square" rtlCol="0">
            <a:spAutoFit/>
          </a:bodyPr>
          <a:lstStyle/>
          <a:p>
            <a:r>
              <a:rPr lang="zh-CN" altLang="en-US" sz="1400" dirty="0">
                <a:solidFill>
                  <a:srgbClr val="4472C4"/>
                </a:solidFill>
                <a:latin typeface="阿里巴巴普惠体 R" panose="00020600040101010101" pitchFamily="18" charset="-122"/>
                <a:ea typeface="阿里巴巴普惠体 R" panose="00020600040101010101" pitchFamily="18" charset="-122"/>
                <a:cs typeface="阿里巴巴普惠体 R" panose="00020600040101010101" pitchFamily="18" charset="-122"/>
              </a:rPr>
              <a:t>主页</a:t>
            </a:r>
          </a:p>
        </p:txBody>
      </p:sp>
      <p:sp>
        <p:nvSpPr>
          <p:cNvPr id="93" name="矩形: 圆角 92">
            <a:extLst>
              <a:ext uri="{FF2B5EF4-FFF2-40B4-BE49-F238E27FC236}">
                <a16:creationId xmlns:a16="http://schemas.microsoft.com/office/drawing/2014/main" id="{36FB60DB-3F0D-69FA-9E3E-545F6E385F2F}"/>
              </a:ext>
            </a:extLst>
          </p:cNvPr>
          <p:cNvSpPr/>
          <p:nvPr/>
        </p:nvSpPr>
        <p:spPr>
          <a:xfrm>
            <a:off x="-506" y="4559375"/>
            <a:ext cx="1108051" cy="822462"/>
          </a:xfrm>
          <a:prstGeom prst="roundRect">
            <a:avLst>
              <a:gd name="adj" fmla="val 10000"/>
            </a:avLst>
          </a:prstGeom>
          <a:solidFill>
            <a:schemeClr val="bg1"/>
          </a:solidFill>
          <a:ln>
            <a:solidFill>
              <a:srgbClr val="4472C4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dirty="0">
              <a:solidFill>
                <a:srgbClr val="4472C4"/>
              </a:solidFill>
            </a:endParaRPr>
          </a:p>
        </p:txBody>
      </p:sp>
      <p:sp>
        <p:nvSpPr>
          <p:cNvPr id="94" name="文本框 93">
            <a:extLst>
              <a:ext uri="{FF2B5EF4-FFF2-40B4-BE49-F238E27FC236}">
                <a16:creationId xmlns:a16="http://schemas.microsoft.com/office/drawing/2014/main" id="{51E98501-AF6F-08C0-BF60-1188EB0204DA}"/>
              </a:ext>
            </a:extLst>
          </p:cNvPr>
          <p:cNvSpPr txBox="1"/>
          <p:nvPr/>
        </p:nvSpPr>
        <p:spPr>
          <a:xfrm>
            <a:off x="185648" y="4801725"/>
            <a:ext cx="720212" cy="307777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txBody>
          <a:bodyPr vert="horz" wrap="square" rtlCol="0">
            <a:spAutoFit/>
          </a:bodyPr>
          <a:lstStyle/>
          <a:p>
            <a:r>
              <a:rPr lang="zh-CN" altLang="en-US" sz="1400" dirty="0">
                <a:solidFill>
                  <a:srgbClr val="4472C4"/>
                </a:solidFill>
                <a:latin typeface="阿里巴巴普惠体 R" panose="00020600040101010101" pitchFamily="18" charset="-122"/>
                <a:ea typeface="阿里巴巴普惠体 R" panose="00020600040101010101" pitchFamily="18" charset="-122"/>
                <a:cs typeface="阿里巴巴普惠体 R" panose="00020600040101010101" pitchFamily="18" charset="-122"/>
              </a:rPr>
              <a:t>系统栏</a:t>
            </a:r>
          </a:p>
        </p:txBody>
      </p:sp>
    </p:spTree>
    <p:extLst>
      <p:ext uri="{BB962C8B-B14F-4D97-AF65-F5344CB8AC3E}">
        <p14:creationId xmlns:p14="http://schemas.microsoft.com/office/powerpoint/2010/main" val="1414454751"/>
      </p:ext>
    </p:extLst>
  </p:cSld>
  <p:clrMapOvr>
    <a:masterClrMapping/>
  </p:clrMapOvr>
</p:sld>
</file>

<file path=ppt/tags/tag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PP_MARK_KEY" val="984b843d-3c31-40f4-948b-9ebb84b7b52a"/>
  <p:tag name="COMMONDATA" val="eyJoZGlkIjoiN2U2Y2I2YTRiMjExNTQ2ZTQ1MDdiYTQ2NjFmYmYxMGMifQ=="/>
  <p:tag name="ISLIDE.GUIDESSETTING" val="{&quot;Id&quot;:&quot;GuidesStyle_Normal&quot;,&quot;Name&quot;:&quot;GuidesStyle_Normal&quot;,&quot;Kind&quot;:0,&quot;OldGuidesSetting&quot;:{&quot;HeaderHeight&quot;:15.0,&quot;FooterHeight&quot;:9.0,&quot;SideMargin&quot;:5.5,&quot;TopMargin&quot;:0.0,&quot;BottomMargin&quot;:0.0,&quot;IntervalMargin&quot;:1.5}}"/>
</p:tagLst>
</file>

<file path=ppt/theme/theme1.xml><?xml version="1.0" encoding="utf-8"?>
<a:theme xmlns:a="http://schemas.openxmlformats.org/drawingml/2006/main" name="Office 主题​​">
  <a:themeElements>
    <a:clrScheme name="Office">
      <a:dk1>
        <a:srgbClr val="000000"/>
      </a:dk1>
      <a:lt1>
        <a:srgbClr val="FFFFFF"/>
      </a:lt1>
      <a:dk2>
        <a:srgbClr val="778495"/>
      </a:dk2>
      <a:lt2>
        <a:srgbClr val="F0F0F0"/>
      </a:lt2>
      <a:accent1>
        <a:srgbClr val="BD374A"/>
      </a:accent1>
      <a:accent2>
        <a:srgbClr val="6A868F"/>
      </a:accent2>
      <a:accent3>
        <a:srgbClr val="31778E"/>
      </a:accent3>
      <a:accent4>
        <a:srgbClr val="D6C88B"/>
      </a:accent4>
      <a:accent5>
        <a:srgbClr val="D66E49"/>
      </a:accent5>
      <a:accent6>
        <a:srgbClr val="649EB2"/>
      </a:accent6>
      <a:hlink>
        <a:srgbClr val="BD374A"/>
      </a:hlink>
      <a:folHlink>
        <a:srgbClr val="BFBFBF"/>
      </a:folHlink>
    </a:clrScheme>
    <a:fontScheme name="2sdfqdbi">
      <a:majorFont>
        <a:latin typeface="Microsoft YaHei"/>
        <a:ea typeface="Microsoft YaHei"/>
        <a:cs typeface=""/>
      </a:majorFont>
      <a:minorFont>
        <a:latin typeface="Microsoft YaHei"/>
        <a:ea typeface="Microsoft YaHei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spDef>
      <a:spPr/>
      <a:bodyPr rtlCol="0" anchor="ctr"/>
      <a:lstStyle>
        <a:defPPr algn="ctr">
          <a:defRPr kumimoji="1">
            <a:solidFill>
              <a:schemeClr val="tx1"/>
            </a:solidFill>
          </a:defRPr>
        </a:defPPr>
      </a:lstStyle>
      <a:style>
        <a:lnRef idx="2">
          <a:schemeClr val="accent1">
            <a:shade val="50000"/>
          </a:schemeClr>
        </a:lnRef>
        <a:fillRef idx="1">
          <a:schemeClr val="accent1"/>
        </a:fillRef>
        <a:effectRef idx="0">
          <a:schemeClr val="accent1"/>
        </a:effectRef>
        <a:fontRef idx="minor">
          <a:schemeClr val="lt1"/>
        </a:fontRef>
      </a:style>
    </a:spDef>
  </a:objectDefaults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1_自定义设计方案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3.xml><?xml version="1.0" encoding="utf-8"?>
<a:theme xmlns:a="http://schemas.openxmlformats.org/drawingml/2006/main" name="Office 主题​​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等线 Light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等线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9202</TotalTime>
  <Words>375</Words>
  <Application>Microsoft Office PowerPoint</Application>
  <PresentationFormat>宽屏</PresentationFormat>
  <Paragraphs>177</Paragraphs>
  <Slides>3</Slides>
  <Notes>0</Notes>
  <HiddenSlides>0</HiddenSlides>
  <MMClips>0</MMClips>
  <ScaleCrop>false</ScaleCrop>
  <HeadingPairs>
    <vt:vector size="6" baseType="variant">
      <vt:variant>
        <vt:lpstr>已用的字体</vt:lpstr>
      </vt:variant>
      <vt:variant>
        <vt:i4>8</vt:i4>
      </vt:variant>
      <vt:variant>
        <vt:lpstr>主题</vt:lpstr>
      </vt:variant>
      <vt:variant>
        <vt:i4>2</vt:i4>
      </vt:variant>
      <vt:variant>
        <vt:lpstr>幻灯片标题</vt:lpstr>
      </vt:variant>
      <vt:variant>
        <vt:i4>3</vt:i4>
      </vt:variant>
    </vt:vector>
  </HeadingPairs>
  <TitlesOfParts>
    <vt:vector size="13" baseType="lpstr">
      <vt:lpstr>Graphik</vt:lpstr>
      <vt:lpstr>SF Pro SC</vt:lpstr>
      <vt:lpstr>阿里巴巴普惠体 B</vt:lpstr>
      <vt:lpstr>阿里巴巴普惠体 R</vt:lpstr>
      <vt:lpstr>等线</vt:lpstr>
      <vt:lpstr>微软雅黑</vt:lpstr>
      <vt:lpstr>Arial</vt:lpstr>
      <vt:lpstr>Calibri</vt:lpstr>
      <vt:lpstr>Office 主题​​</vt:lpstr>
      <vt:lpstr>1_自定义设计方案</vt:lpstr>
      <vt:lpstr>PowerPoint 演示文稿</vt:lpstr>
      <vt:lpstr>PowerPoint 演示文稿</vt:lpstr>
      <vt:lpstr>PowerPoint 演示文稿</vt:lpstr>
    </vt:vector>
  </TitlesOfParts>
  <Manager/>
  <Company/>
  <LinksUpToDate>false</LinksUpToDate>
  <SharedDoc>false</SharedDoc>
  <HyperlinkBase/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橙色渐变风产品发布PPT模板</dc:title>
  <dc:subject/>
  <dc:creator>Microsoft Office User</dc:creator>
  <cp:keywords/>
  <dc:description/>
  <cp:lastModifiedBy>HelloWorld</cp:lastModifiedBy>
  <cp:revision>5106</cp:revision>
  <dcterms:created xsi:type="dcterms:W3CDTF">2020-10-27T10:59:00Z</dcterms:created>
  <dcterms:modified xsi:type="dcterms:W3CDTF">2024-03-18T07:15:46Z</dcterms:modified>
  <cp:category/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KSOProductBuildVer">
    <vt:lpwstr>2052-11.1.0.12155</vt:lpwstr>
  </property>
  <property fmtid="{D5CDD505-2E9C-101B-9397-08002B2CF9AE}" pid="3" name="KSORubyTemplateID">
    <vt:lpwstr>13</vt:lpwstr>
  </property>
  <property fmtid="{D5CDD505-2E9C-101B-9397-08002B2CF9AE}" pid="4" name="ICV">
    <vt:lpwstr>874FD0F6B2684153A3408AC54AD5422B</vt:lpwstr>
  </property>
</Properties>
</file>