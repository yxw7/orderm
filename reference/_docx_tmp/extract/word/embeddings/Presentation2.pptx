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</p:sldMasterIdLst>
  <p:notesMasterIdLst>
    <p:notesMasterId r:id="rId6"/>
  </p:notesMasterIdLst>
  <p:sldIdLst>
    <p:sldId id="11090565" r:id="rId3"/>
    <p:sldId id="11090564" r:id="rId4"/>
    <p:sldId id="11090566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314507-5131-BF7E-367E-01E3257A405B}" name="Eve Zhao" initials="EZ" userId="9db9afb8f5dfcd8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44AFC4"/>
    <a:srgbClr val="F2F2F2"/>
    <a:srgbClr val="92ADDD"/>
    <a:srgbClr val="02234A"/>
    <a:srgbClr val="D9D9D9"/>
    <a:srgbClr val="FEFEFE"/>
    <a:srgbClr val="C73A12"/>
    <a:srgbClr val="DB3F16"/>
    <a:srgbClr val="25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29" autoAdjust="0"/>
    <p:restoredTop sz="95659" autoAdjust="0"/>
  </p:normalViewPr>
  <p:slideViewPr>
    <p:cSldViewPr snapToGrid="0" snapToObjects="1">
      <p:cViewPr varScale="1">
        <p:scale>
          <a:sx n="107" d="100"/>
          <a:sy n="107" d="100"/>
        </p:scale>
        <p:origin x="90" y="96"/>
      </p:cViewPr>
      <p:guideLst>
        <p:guide pos="416"/>
        <p:guide pos="7256"/>
        <p:guide orient="horz" pos="663"/>
        <p:guide orient="horz" pos="712"/>
        <p:guide orient="horz" pos="4224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56267-D3CB-485C-9D7C-C7414D20D71C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7BF3-D356-4F05-806B-2524C10B31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" y="1828800"/>
            <a:ext cx="12191999" cy="5029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7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"/>
          <p:cNvSpPr/>
          <p:nvPr userDrawn="1"/>
        </p:nvSpPr>
        <p:spPr>
          <a:xfrm rot="2700000">
            <a:off x="2634280" y="-32720"/>
            <a:ext cx="6923441" cy="692344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圆角矩形 14"/>
          <p:cNvSpPr/>
          <p:nvPr userDrawn="1"/>
        </p:nvSpPr>
        <p:spPr>
          <a:xfrm rot="2700000">
            <a:off x="8266015" y="723000"/>
            <a:ext cx="796263" cy="7962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圆角矩形 1"/>
          <p:cNvSpPr/>
          <p:nvPr userDrawn="1"/>
        </p:nvSpPr>
        <p:spPr>
          <a:xfrm rot="2700000">
            <a:off x="711477" y="4566953"/>
            <a:ext cx="3435315" cy="3435315"/>
          </a:xfrm>
          <a:prstGeom prst="roundRect">
            <a:avLst/>
          </a:prstGeom>
          <a:noFill/>
          <a:ln w="1270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85">
            <a:extLst>
              <a:ext uri="{FF2B5EF4-FFF2-40B4-BE49-F238E27FC236}">
                <a16:creationId xmlns:a16="http://schemas.microsoft.com/office/drawing/2014/main" id="{8D5130C1-CF0B-4385-0989-A3E08B61B714}"/>
              </a:ext>
            </a:extLst>
          </p:cNvPr>
          <p:cNvSpPr/>
          <p:nvPr/>
        </p:nvSpPr>
        <p:spPr>
          <a:xfrm>
            <a:off x="2054156" y="1233762"/>
            <a:ext cx="4873503" cy="67016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62">
            <a:extLst>
              <a:ext uri="{FF2B5EF4-FFF2-40B4-BE49-F238E27FC236}">
                <a16:creationId xmlns:a16="http://schemas.microsoft.com/office/drawing/2014/main" id="{818CDFD8-356D-6213-BA9F-8AEB34F9CCEF}"/>
              </a:ext>
            </a:extLst>
          </p:cNvPr>
          <p:cNvSpPr/>
          <p:nvPr/>
        </p:nvSpPr>
        <p:spPr>
          <a:xfrm>
            <a:off x="2074556" y="5450419"/>
            <a:ext cx="2265832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ERP</a:t>
            </a:r>
          </a:p>
        </p:txBody>
      </p:sp>
      <p:sp>
        <p:nvSpPr>
          <p:cNvPr id="4" name="Rectangle 62">
            <a:extLst>
              <a:ext uri="{FF2B5EF4-FFF2-40B4-BE49-F238E27FC236}">
                <a16:creationId xmlns:a16="http://schemas.microsoft.com/office/drawing/2014/main" id="{AFCD9C6E-E19D-EFA5-5B2D-7806A7B5DB85}"/>
              </a:ext>
            </a:extLst>
          </p:cNvPr>
          <p:cNvSpPr/>
          <p:nvPr/>
        </p:nvSpPr>
        <p:spPr>
          <a:xfrm>
            <a:off x="418034" y="2925412"/>
            <a:ext cx="905028" cy="93762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POS</a:t>
            </a:r>
          </a:p>
          <a:p>
            <a:pPr algn="ctr"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现金</a:t>
            </a:r>
            <a:endParaRPr lang="en-US" sz="105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支付宝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微信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银联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FE90F59-9178-DA54-FAAC-70B500DBCBD1}"/>
              </a:ext>
            </a:extLst>
          </p:cNvPr>
          <p:cNvSpPr/>
          <p:nvPr/>
        </p:nvSpPr>
        <p:spPr>
          <a:xfrm>
            <a:off x="2074554" y="4604882"/>
            <a:ext cx="1391215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OMS</a:t>
            </a:r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57715577-8C00-0B08-6AF1-795128439847}"/>
              </a:ext>
            </a:extLst>
          </p:cNvPr>
          <p:cNvSpPr>
            <a:spLocks/>
          </p:cNvSpPr>
          <p:nvPr/>
        </p:nvSpPr>
        <p:spPr>
          <a:xfrm>
            <a:off x="3846333" y="1321441"/>
            <a:ext cx="1280256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三方</a:t>
            </a:r>
            <a:r>
              <a:rPr lang="zh-CN" altLang="en-US" sz="1000" b="1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电商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抖音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2DCD963A-8182-94AA-BCF6-AC5C7EC0BD57}"/>
              </a:ext>
            </a:extLst>
          </p:cNvPr>
          <p:cNvSpPr>
            <a:spLocks/>
          </p:cNvSpPr>
          <p:nvPr/>
        </p:nvSpPr>
        <p:spPr>
          <a:xfrm>
            <a:off x="2252945" y="1307309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官方自营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商城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96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Straight Connector 115">
            <a:extLst>
              <a:ext uri="{FF2B5EF4-FFF2-40B4-BE49-F238E27FC236}">
                <a16:creationId xmlns:a16="http://schemas.microsoft.com/office/drawing/2014/main" id="{7D9C120F-D2E5-CF37-00B8-70EAA7AF6D78}"/>
              </a:ext>
            </a:extLst>
          </p:cNvPr>
          <p:cNvCxnSpPr>
            <a:cxnSpLocks/>
          </p:cNvCxnSpPr>
          <p:nvPr/>
        </p:nvCxnSpPr>
        <p:spPr>
          <a:xfrm rot="10800000">
            <a:off x="2833569" y="5000686"/>
            <a:ext cx="0" cy="468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0">
            <a:extLst>
              <a:ext uri="{FF2B5EF4-FFF2-40B4-BE49-F238E27FC236}">
                <a16:creationId xmlns:a16="http://schemas.microsoft.com/office/drawing/2014/main" id="{C59DCF83-32F9-6AE0-8FE9-56692DC4F59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085152" y="1819507"/>
            <a:ext cx="39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9">
            <a:extLst>
              <a:ext uri="{FF2B5EF4-FFF2-40B4-BE49-F238E27FC236}">
                <a16:creationId xmlns:a16="http://schemas.microsoft.com/office/drawing/2014/main" id="{30AA1F54-CD91-F8AF-743D-4BA22BED79ED}"/>
              </a:ext>
            </a:extLst>
          </p:cNvPr>
          <p:cNvCxnSpPr>
            <a:cxnSpLocks/>
            <a:stCxn id="29" idx="0"/>
            <a:endCxn id="6" idx="2"/>
          </p:cNvCxnSpPr>
          <p:nvPr/>
        </p:nvCxnSpPr>
        <p:spPr>
          <a:xfrm flipH="1" flipV="1">
            <a:off x="4486461" y="1825441"/>
            <a:ext cx="8190" cy="4743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B9112B0F-DC90-A6E9-CE99-A97188F406F0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893073" y="1811309"/>
            <a:ext cx="2497" cy="44948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9">
            <a:extLst>
              <a:ext uri="{FF2B5EF4-FFF2-40B4-BE49-F238E27FC236}">
                <a16:creationId xmlns:a16="http://schemas.microsoft.com/office/drawing/2014/main" id="{14282892-BF97-EE97-CAA0-24CFF68F1953}"/>
              </a:ext>
            </a:extLst>
          </p:cNvPr>
          <p:cNvSpPr txBox="1"/>
          <p:nvPr/>
        </p:nvSpPr>
        <p:spPr>
          <a:xfrm>
            <a:off x="2621533" y="5090060"/>
            <a:ext cx="382298" cy="283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700" dirty="0">
                <a:solidFill>
                  <a:srgbClr val="000000"/>
                </a:solidFill>
                <a:latin typeface="Graphik"/>
              </a:rPr>
              <a:t>&amp;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交易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Rectangle 75">
            <a:extLst>
              <a:ext uri="{FF2B5EF4-FFF2-40B4-BE49-F238E27FC236}">
                <a16:creationId xmlns:a16="http://schemas.microsoft.com/office/drawing/2014/main" id="{774160A9-0A74-ECCF-8A17-81EFF1544044}"/>
              </a:ext>
            </a:extLst>
          </p:cNvPr>
          <p:cNvSpPr>
            <a:spLocks/>
          </p:cNvSpPr>
          <p:nvPr/>
        </p:nvSpPr>
        <p:spPr>
          <a:xfrm>
            <a:off x="5445414" y="1315507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即时零售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京东到家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14" name="TextBox 159">
            <a:extLst>
              <a:ext uri="{FF2B5EF4-FFF2-40B4-BE49-F238E27FC236}">
                <a16:creationId xmlns:a16="http://schemas.microsoft.com/office/drawing/2014/main" id="{26CF2895-0830-E158-9112-795A05E72BD2}"/>
              </a:ext>
            </a:extLst>
          </p:cNvPr>
          <p:cNvSpPr txBox="1"/>
          <p:nvPr/>
        </p:nvSpPr>
        <p:spPr>
          <a:xfrm>
            <a:off x="5809929" y="1966810"/>
            <a:ext cx="497150" cy="184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TextBox 159">
            <a:extLst>
              <a:ext uri="{FF2B5EF4-FFF2-40B4-BE49-F238E27FC236}">
                <a16:creationId xmlns:a16="http://schemas.microsoft.com/office/drawing/2014/main" id="{B4FFF8E0-1963-D5B3-3F72-470D4CD3AA08}"/>
              </a:ext>
            </a:extLst>
          </p:cNvPr>
          <p:cNvSpPr txBox="1"/>
          <p:nvPr/>
        </p:nvSpPr>
        <p:spPr>
          <a:xfrm>
            <a:off x="4165139" y="1961829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Box 159">
            <a:extLst>
              <a:ext uri="{FF2B5EF4-FFF2-40B4-BE49-F238E27FC236}">
                <a16:creationId xmlns:a16="http://schemas.microsoft.com/office/drawing/2014/main" id="{B447372B-339B-87C3-06F7-0165FF9F2CA6}"/>
              </a:ext>
            </a:extLst>
          </p:cNvPr>
          <p:cNvSpPr txBox="1"/>
          <p:nvPr/>
        </p:nvSpPr>
        <p:spPr>
          <a:xfrm>
            <a:off x="2621533" y="1966204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 62">
            <a:extLst>
              <a:ext uri="{FF2B5EF4-FFF2-40B4-BE49-F238E27FC236}">
                <a16:creationId xmlns:a16="http://schemas.microsoft.com/office/drawing/2014/main" id="{09C79017-19E2-463F-D888-2B74847CB731}"/>
              </a:ext>
            </a:extLst>
          </p:cNvPr>
          <p:cNvSpPr/>
          <p:nvPr/>
        </p:nvSpPr>
        <p:spPr>
          <a:xfrm>
            <a:off x="4263684" y="4689395"/>
            <a:ext cx="1300225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IAM</a:t>
            </a:r>
          </a:p>
        </p:txBody>
      </p:sp>
      <p:cxnSp>
        <p:nvCxnSpPr>
          <p:cNvPr id="18" name="Straight Connector 80">
            <a:extLst>
              <a:ext uri="{FF2B5EF4-FFF2-40B4-BE49-F238E27FC236}">
                <a16:creationId xmlns:a16="http://schemas.microsoft.com/office/drawing/2014/main" id="{0CB6DB31-4C99-E192-1AAF-4E69F3447084}"/>
              </a:ext>
            </a:extLst>
          </p:cNvPr>
          <p:cNvCxnSpPr>
            <a:cxnSpLocks/>
          </p:cNvCxnSpPr>
          <p:nvPr/>
        </p:nvCxnSpPr>
        <p:spPr>
          <a:xfrm>
            <a:off x="3850638" y="4232346"/>
            <a:ext cx="0" cy="121079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59">
            <a:extLst>
              <a:ext uri="{FF2B5EF4-FFF2-40B4-BE49-F238E27FC236}">
                <a16:creationId xmlns:a16="http://schemas.microsoft.com/office/drawing/2014/main" id="{000DCC4C-D33A-C6A3-F61A-BB72CC92E20E}"/>
              </a:ext>
            </a:extLst>
          </p:cNvPr>
          <p:cNvSpPr txBox="1"/>
          <p:nvPr/>
        </p:nvSpPr>
        <p:spPr>
          <a:xfrm>
            <a:off x="3623049" y="4744502"/>
            <a:ext cx="494861" cy="31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库存同步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商品同步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0" name="Straight Connector 96">
            <a:extLst>
              <a:ext uri="{FF2B5EF4-FFF2-40B4-BE49-F238E27FC236}">
                <a16:creationId xmlns:a16="http://schemas.microsoft.com/office/drawing/2014/main" id="{40BC6EA0-1CA0-8B48-6B45-4D5C973773A4}"/>
              </a:ext>
            </a:extLst>
          </p:cNvPr>
          <p:cNvCxnSpPr>
            <a:cxnSpLocks/>
          </p:cNvCxnSpPr>
          <p:nvPr/>
        </p:nvCxnSpPr>
        <p:spPr>
          <a:xfrm flipH="1">
            <a:off x="4905290" y="4235374"/>
            <a:ext cx="1001" cy="41837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91">
            <a:extLst>
              <a:ext uri="{FF2B5EF4-FFF2-40B4-BE49-F238E27FC236}">
                <a16:creationId xmlns:a16="http://schemas.microsoft.com/office/drawing/2014/main" id="{ADDB3BE5-C50B-AB94-651C-236BBA6A1E42}"/>
              </a:ext>
            </a:extLst>
          </p:cNvPr>
          <p:cNvCxnSpPr>
            <a:cxnSpLocks/>
          </p:cNvCxnSpPr>
          <p:nvPr/>
        </p:nvCxnSpPr>
        <p:spPr>
          <a:xfrm flipV="1">
            <a:off x="2514999" y="4235374"/>
            <a:ext cx="0" cy="33551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98">
            <a:extLst>
              <a:ext uri="{FF2B5EF4-FFF2-40B4-BE49-F238E27FC236}">
                <a16:creationId xmlns:a16="http://schemas.microsoft.com/office/drawing/2014/main" id="{107DB5C3-A426-95F2-3BAE-1CEC7EA2F9BE}"/>
              </a:ext>
            </a:extLst>
          </p:cNvPr>
          <p:cNvSpPr txBox="1"/>
          <p:nvPr/>
        </p:nvSpPr>
        <p:spPr>
          <a:xfrm>
            <a:off x="2094011" y="4289672"/>
            <a:ext cx="841976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售后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发票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TextBox 159">
            <a:extLst>
              <a:ext uri="{FF2B5EF4-FFF2-40B4-BE49-F238E27FC236}">
                <a16:creationId xmlns:a16="http://schemas.microsoft.com/office/drawing/2014/main" id="{39649A97-F349-5D79-0EB1-8D7D3DF04F0F}"/>
              </a:ext>
            </a:extLst>
          </p:cNvPr>
          <p:cNvSpPr txBox="1"/>
          <p:nvPr/>
        </p:nvSpPr>
        <p:spPr>
          <a:xfrm>
            <a:off x="4445919" y="4374486"/>
            <a:ext cx="955528" cy="1428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身份认证、密码同步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6" name="Rectangle 62">
            <a:extLst>
              <a:ext uri="{FF2B5EF4-FFF2-40B4-BE49-F238E27FC236}">
                <a16:creationId xmlns:a16="http://schemas.microsoft.com/office/drawing/2014/main" id="{D2A67E9A-35ED-DF58-48E0-F0F4A6F4DD5F}"/>
              </a:ext>
            </a:extLst>
          </p:cNvPr>
          <p:cNvSpPr/>
          <p:nvPr/>
        </p:nvSpPr>
        <p:spPr>
          <a:xfrm>
            <a:off x="4873675" y="5448824"/>
            <a:ext cx="2035448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仓库</a:t>
            </a:r>
          </a:p>
        </p:txBody>
      </p:sp>
      <p:cxnSp>
        <p:nvCxnSpPr>
          <p:cNvPr id="27" name="Straight Connector 115">
            <a:extLst>
              <a:ext uri="{FF2B5EF4-FFF2-40B4-BE49-F238E27FC236}">
                <a16:creationId xmlns:a16="http://schemas.microsoft.com/office/drawing/2014/main" id="{CE10648B-4DDC-08F9-1D65-2C2F308B99C9}"/>
              </a:ext>
            </a:extLst>
          </p:cNvPr>
          <p:cNvCxnSpPr>
            <a:cxnSpLocks/>
          </p:cNvCxnSpPr>
          <p:nvPr/>
        </p:nvCxnSpPr>
        <p:spPr>
          <a:xfrm rot="5400000">
            <a:off x="4625427" y="5401218"/>
            <a:ext cx="0" cy="432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59">
            <a:extLst>
              <a:ext uri="{FF2B5EF4-FFF2-40B4-BE49-F238E27FC236}">
                <a16:creationId xmlns:a16="http://schemas.microsoft.com/office/drawing/2014/main" id="{8F871380-0008-A348-5503-36D2902CD0E0}"/>
              </a:ext>
            </a:extLst>
          </p:cNvPr>
          <p:cNvSpPr txBox="1"/>
          <p:nvPr/>
        </p:nvSpPr>
        <p:spPr>
          <a:xfrm>
            <a:off x="4481462" y="5423711"/>
            <a:ext cx="209200" cy="467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</a:t>
            </a:r>
          </a:p>
        </p:txBody>
      </p:sp>
      <p:sp>
        <p:nvSpPr>
          <p:cNvPr id="29" name="Rectangle 85">
            <a:extLst>
              <a:ext uri="{FF2B5EF4-FFF2-40B4-BE49-F238E27FC236}">
                <a16:creationId xmlns:a16="http://schemas.microsoft.com/office/drawing/2014/main" id="{2CF9A780-6D0F-1BA7-AFC9-46B5D98F12F2}"/>
              </a:ext>
            </a:extLst>
          </p:cNvPr>
          <p:cNvSpPr/>
          <p:nvPr/>
        </p:nvSpPr>
        <p:spPr>
          <a:xfrm>
            <a:off x="2054156" y="2299766"/>
            <a:ext cx="4880989" cy="189663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Graphik"/>
                <a:ea typeface="等线" panose="02010600030101010101" pitchFamily="2" charset="-122"/>
              </a:rPr>
              <a:t>零售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管理系统</a:t>
            </a:r>
          </a:p>
        </p:txBody>
      </p:sp>
      <p:sp>
        <p:nvSpPr>
          <p:cNvPr id="30" name="Rectangle 85">
            <a:extLst>
              <a:ext uri="{FF2B5EF4-FFF2-40B4-BE49-F238E27FC236}">
                <a16:creationId xmlns:a16="http://schemas.microsoft.com/office/drawing/2014/main" id="{8C4D356A-9747-851D-3D4F-5BA32B3810C7}"/>
              </a:ext>
            </a:extLst>
          </p:cNvPr>
          <p:cNvSpPr/>
          <p:nvPr/>
        </p:nvSpPr>
        <p:spPr>
          <a:xfrm>
            <a:off x="2174367" y="3447647"/>
            <a:ext cx="4022992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2D8E47-99E2-EA2E-4BED-BC04959F8913}"/>
              </a:ext>
            </a:extLst>
          </p:cNvPr>
          <p:cNvSpPr txBox="1"/>
          <p:nvPr/>
        </p:nvSpPr>
        <p:spPr>
          <a:xfrm>
            <a:off x="3720981" y="3501663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业务中心层</a:t>
            </a:r>
          </a:p>
        </p:txBody>
      </p:sp>
      <p:sp>
        <p:nvSpPr>
          <p:cNvPr id="32" name="Rectangle 85">
            <a:extLst>
              <a:ext uri="{FF2B5EF4-FFF2-40B4-BE49-F238E27FC236}">
                <a16:creationId xmlns:a16="http://schemas.microsoft.com/office/drawing/2014/main" id="{9B795CA9-29C4-23A7-8ADD-0DC694852602}"/>
              </a:ext>
            </a:extLst>
          </p:cNvPr>
          <p:cNvSpPr/>
          <p:nvPr/>
        </p:nvSpPr>
        <p:spPr>
          <a:xfrm>
            <a:off x="2174367" y="3043688"/>
            <a:ext cx="402317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5A0E474-1064-D105-7B90-1885FFD81C91}"/>
              </a:ext>
            </a:extLst>
          </p:cNvPr>
          <p:cNvSpPr txBox="1"/>
          <p:nvPr/>
        </p:nvSpPr>
        <p:spPr>
          <a:xfrm>
            <a:off x="3667359" y="3129791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品牌业务层</a:t>
            </a:r>
          </a:p>
        </p:txBody>
      </p:sp>
      <p:sp>
        <p:nvSpPr>
          <p:cNvPr id="34" name="Rectangle 85">
            <a:extLst>
              <a:ext uri="{FF2B5EF4-FFF2-40B4-BE49-F238E27FC236}">
                <a16:creationId xmlns:a16="http://schemas.microsoft.com/office/drawing/2014/main" id="{D691F15A-F96C-BEA0-6783-13E23D1C6F61}"/>
              </a:ext>
            </a:extLst>
          </p:cNvPr>
          <p:cNvSpPr/>
          <p:nvPr/>
        </p:nvSpPr>
        <p:spPr>
          <a:xfrm>
            <a:off x="6246356" y="2645215"/>
            <a:ext cx="552851" cy="1117187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7B28AA-D7D3-2038-AD60-876D3A3DF285}"/>
              </a:ext>
            </a:extLst>
          </p:cNvPr>
          <p:cNvSpPr txBox="1"/>
          <p:nvPr/>
        </p:nvSpPr>
        <p:spPr>
          <a:xfrm>
            <a:off x="6403287" y="2847831"/>
            <a:ext cx="370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待办提醒</a:t>
            </a:r>
          </a:p>
        </p:txBody>
      </p:sp>
      <p:sp>
        <p:nvSpPr>
          <p:cNvPr id="36" name="Rectangle 85">
            <a:extLst>
              <a:ext uri="{FF2B5EF4-FFF2-40B4-BE49-F238E27FC236}">
                <a16:creationId xmlns:a16="http://schemas.microsoft.com/office/drawing/2014/main" id="{3950DC85-1C32-DEC0-1CFF-C9483E614974}"/>
              </a:ext>
            </a:extLst>
          </p:cNvPr>
          <p:cNvSpPr/>
          <p:nvPr/>
        </p:nvSpPr>
        <p:spPr>
          <a:xfrm>
            <a:off x="2174367" y="3800409"/>
            <a:ext cx="4640571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442D0AD-702E-F5AF-039F-77E4113189FF}"/>
              </a:ext>
            </a:extLst>
          </p:cNvPr>
          <p:cNvSpPr txBox="1"/>
          <p:nvPr/>
        </p:nvSpPr>
        <p:spPr>
          <a:xfrm>
            <a:off x="4111558" y="3863038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基础数据层</a:t>
            </a:r>
          </a:p>
        </p:txBody>
      </p:sp>
      <p:sp>
        <p:nvSpPr>
          <p:cNvPr id="38" name="Rectangle 85">
            <a:extLst>
              <a:ext uri="{FF2B5EF4-FFF2-40B4-BE49-F238E27FC236}">
                <a16:creationId xmlns:a16="http://schemas.microsoft.com/office/drawing/2014/main" id="{1164651D-91CC-221D-1EFA-55ADE833A630}"/>
              </a:ext>
            </a:extLst>
          </p:cNvPr>
          <p:cNvSpPr/>
          <p:nvPr/>
        </p:nvSpPr>
        <p:spPr>
          <a:xfrm>
            <a:off x="2174367" y="2645216"/>
            <a:ext cx="2190138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Rectangle 85">
            <a:extLst>
              <a:ext uri="{FF2B5EF4-FFF2-40B4-BE49-F238E27FC236}">
                <a16:creationId xmlns:a16="http://schemas.microsoft.com/office/drawing/2014/main" id="{A58482E3-9933-3BBB-1082-7BADB6470515}"/>
              </a:ext>
            </a:extLst>
          </p:cNvPr>
          <p:cNvSpPr/>
          <p:nvPr/>
        </p:nvSpPr>
        <p:spPr>
          <a:xfrm>
            <a:off x="4404621" y="2645216"/>
            <a:ext cx="180161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CEA2A5B-8E45-2DFB-09FB-C34CC69FA618}"/>
              </a:ext>
            </a:extLst>
          </p:cNvPr>
          <p:cNvSpPr txBox="1"/>
          <p:nvPr/>
        </p:nvSpPr>
        <p:spPr>
          <a:xfrm>
            <a:off x="2813880" y="2698737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门店端工作台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65EF7A1-99CF-4C09-839F-98B87A868027}"/>
              </a:ext>
            </a:extLst>
          </p:cNvPr>
          <p:cNvSpPr txBox="1"/>
          <p:nvPr/>
        </p:nvSpPr>
        <p:spPr>
          <a:xfrm>
            <a:off x="4997309" y="2710961"/>
            <a:ext cx="1088233" cy="246221"/>
          </a:xfrm>
          <a:prstGeom prst="rect">
            <a:avLst/>
          </a:prstGeom>
          <a:solidFill>
            <a:srgbClr val="92ADDD"/>
          </a:solidFill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三方</a:t>
            </a:r>
            <a:r>
              <a:rPr lang="zh-CN" altLang="en-US" sz="1000">
                <a:solidFill>
                  <a:schemeClr val="bg1"/>
                </a:solidFill>
                <a:latin typeface="+mn-ea"/>
              </a:rPr>
              <a:t>端工作台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标题 7">
            <a:extLst>
              <a:ext uri="{FF2B5EF4-FFF2-40B4-BE49-F238E27FC236}">
                <a16:creationId xmlns:a16="http://schemas.microsoft.com/office/drawing/2014/main" id="{F41839B5-428A-BFFA-1F12-C87796679C5A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与外部</a:t>
            </a:r>
            <a:r>
              <a:rPr lang="zh-CN" altLang="en-US" b="1"/>
              <a:t>系统关系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67C1F7-525C-45E2-5FF9-E5EE24BB7A6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External System Relationships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62">
            <a:extLst>
              <a:ext uri="{FF2B5EF4-FFF2-40B4-BE49-F238E27FC236}">
                <a16:creationId xmlns:a16="http://schemas.microsoft.com/office/drawing/2014/main" id="{2F405BFC-F14E-3835-083A-3F6ABC161C99}"/>
              </a:ext>
            </a:extLst>
          </p:cNvPr>
          <p:cNvSpPr/>
          <p:nvPr/>
        </p:nvSpPr>
        <p:spPr>
          <a:xfrm>
            <a:off x="5709684" y="4679993"/>
            <a:ext cx="1123122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BPM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5" name="Straight Connector 91">
            <a:extLst>
              <a:ext uri="{FF2B5EF4-FFF2-40B4-BE49-F238E27FC236}">
                <a16:creationId xmlns:a16="http://schemas.microsoft.com/office/drawing/2014/main" id="{052E537A-AD80-2C73-A35D-D508B7D721BE}"/>
              </a:ext>
            </a:extLst>
          </p:cNvPr>
          <p:cNvCxnSpPr>
            <a:cxnSpLocks/>
          </p:cNvCxnSpPr>
          <p:nvPr/>
        </p:nvCxnSpPr>
        <p:spPr>
          <a:xfrm>
            <a:off x="6271245" y="4215076"/>
            <a:ext cx="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59">
            <a:extLst>
              <a:ext uri="{FF2B5EF4-FFF2-40B4-BE49-F238E27FC236}">
                <a16:creationId xmlns:a16="http://schemas.microsoft.com/office/drawing/2014/main" id="{8AE19C28-89E0-3461-36D0-D0AD3837A097}"/>
              </a:ext>
            </a:extLst>
          </p:cNvPr>
          <p:cNvSpPr txBox="1"/>
          <p:nvPr/>
        </p:nvSpPr>
        <p:spPr>
          <a:xfrm>
            <a:off x="5927096" y="4401118"/>
            <a:ext cx="688298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审批流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Rectangle 62">
            <a:extLst>
              <a:ext uri="{FF2B5EF4-FFF2-40B4-BE49-F238E27FC236}">
                <a16:creationId xmlns:a16="http://schemas.microsoft.com/office/drawing/2014/main" id="{1F51C65A-BAD5-6FEC-E339-B78412E3688B}"/>
              </a:ext>
            </a:extLst>
          </p:cNvPr>
          <p:cNvSpPr/>
          <p:nvPr/>
        </p:nvSpPr>
        <p:spPr>
          <a:xfrm>
            <a:off x="428625" y="2396267"/>
            <a:ext cx="894437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小票机子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1" name="Straight Connector 91">
            <a:extLst>
              <a:ext uri="{FF2B5EF4-FFF2-40B4-BE49-F238E27FC236}">
                <a16:creationId xmlns:a16="http://schemas.microsoft.com/office/drawing/2014/main" id="{CA361888-0D81-6914-C034-25FEEDB6EA21}"/>
              </a:ext>
            </a:extLst>
          </p:cNvPr>
          <p:cNvCxnSpPr>
            <a:cxnSpLocks/>
          </p:cNvCxnSpPr>
          <p:nvPr/>
        </p:nvCxnSpPr>
        <p:spPr>
          <a:xfrm flipH="1">
            <a:off x="1396954" y="2564023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59">
            <a:extLst>
              <a:ext uri="{FF2B5EF4-FFF2-40B4-BE49-F238E27FC236}">
                <a16:creationId xmlns:a16="http://schemas.microsoft.com/office/drawing/2014/main" id="{C74A1135-7D89-2FBB-F0BF-527F81822F35}"/>
              </a:ext>
            </a:extLst>
          </p:cNvPr>
          <p:cNvSpPr txBox="1"/>
          <p:nvPr/>
        </p:nvSpPr>
        <p:spPr>
          <a:xfrm>
            <a:off x="1460810" y="2473957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打印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小票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55" name="Straight Connector 91">
            <a:extLst>
              <a:ext uri="{FF2B5EF4-FFF2-40B4-BE49-F238E27FC236}">
                <a16:creationId xmlns:a16="http://schemas.microsoft.com/office/drawing/2014/main" id="{36CC92BE-7085-93BE-BA12-BFE7F1D08723}"/>
              </a:ext>
            </a:extLst>
          </p:cNvPr>
          <p:cNvCxnSpPr>
            <a:cxnSpLocks/>
          </p:cNvCxnSpPr>
          <p:nvPr/>
        </p:nvCxnSpPr>
        <p:spPr>
          <a:xfrm flipH="1">
            <a:off x="1379417" y="3285946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59">
            <a:extLst>
              <a:ext uri="{FF2B5EF4-FFF2-40B4-BE49-F238E27FC236}">
                <a16:creationId xmlns:a16="http://schemas.microsoft.com/office/drawing/2014/main" id="{341E38BD-18FE-CF31-2693-93F3726EAE86}"/>
              </a:ext>
            </a:extLst>
          </p:cNvPr>
          <p:cNvSpPr txBox="1"/>
          <p:nvPr/>
        </p:nvSpPr>
        <p:spPr>
          <a:xfrm>
            <a:off x="1443273" y="3195880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支付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65" name="Straight Connector 91">
            <a:extLst>
              <a:ext uri="{FF2B5EF4-FFF2-40B4-BE49-F238E27FC236}">
                <a16:creationId xmlns:a16="http://schemas.microsoft.com/office/drawing/2014/main" id="{E9F9A03C-70F9-1C97-8E68-9FAC1821EF92}"/>
              </a:ext>
            </a:extLst>
          </p:cNvPr>
          <p:cNvCxnSpPr>
            <a:cxnSpLocks/>
          </p:cNvCxnSpPr>
          <p:nvPr/>
        </p:nvCxnSpPr>
        <p:spPr>
          <a:xfrm>
            <a:off x="3236091" y="4235374"/>
            <a:ext cx="0" cy="33854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98">
            <a:extLst>
              <a:ext uri="{FF2B5EF4-FFF2-40B4-BE49-F238E27FC236}">
                <a16:creationId xmlns:a16="http://schemas.microsoft.com/office/drawing/2014/main" id="{6DC7A201-73DF-CD23-B360-92B4C0A4E6F8}"/>
              </a:ext>
            </a:extLst>
          </p:cNvPr>
          <p:cNvSpPr txBox="1"/>
          <p:nvPr/>
        </p:nvSpPr>
        <p:spPr>
          <a:xfrm>
            <a:off x="2931846" y="4349541"/>
            <a:ext cx="608490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限价同步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68" name="Rectangle 62">
            <a:extLst>
              <a:ext uri="{FF2B5EF4-FFF2-40B4-BE49-F238E27FC236}">
                <a16:creationId xmlns:a16="http://schemas.microsoft.com/office/drawing/2014/main" id="{398DE020-309F-BEA7-47E1-642357791476}"/>
              </a:ext>
            </a:extLst>
          </p:cNvPr>
          <p:cNvSpPr/>
          <p:nvPr/>
        </p:nvSpPr>
        <p:spPr>
          <a:xfrm>
            <a:off x="7631991" y="3529914"/>
            <a:ext cx="894437" cy="53736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微信</a:t>
            </a:r>
            <a:endParaRPr lang="en-US" altLang="zh-CN" sz="140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优惠券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Straight Connector 91">
            <a:extLst>
              <a:ext uri="{FF2B5EF4-FFF2-40B4-BE49-F238E27FC236}">
                <a16:creationId xmlns:a16="http://schemas.microsoft.com/office/drawing/2014/main" id="{827A3F83-9450-9351-7673-F2191BA54137}"/>
              </a:ext>
            </a:extLst>
          </p:cNvPr>
          <p:cNvCxnSpPr>
            <a:cxnSpLocks/>
          </p:cNvCxnSpPr>
          <p:nvPr/>
        </p:nvCxnSpPr>
        <p:spPr>
          <a:xfrm flipV="1">
            <a:off x="6988175" y="3800408"/>
            <a:ext cx="571500" cy="1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59">
            <a:extLst>
              <a:ext uri="{FF2B5EF4-FFF2-40B4-BE49-F238E27FC236}">
                <a16:creationId xmlns:a16="http://schemas.microsoft.com/office/drawing/2014/main" id="{6F35B324-2374-5857-E529-88D65CB6283C}"/>
              </a:ext>
            </a:extLst>
          </p:cNvPr>
          <p:cNvSpPr txBox="1"/>
          <p:nvPr/>
        </p:nvSpPr>
        <p:spPr>
          <a:xfrm>
            <a:off x="7132552" y="3727189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同步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优惠券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78" name="Straight Connector 91">
            <a:extLst>
              <a:ext uri="{FF2B5EF4-FFF2-40B4-BE49-F238E27FC236}">
                <a16:creationId xmlns:a16="http://schemas.microsoft.com/office/drawing/2014/main" id="{A9765495-9C73-B4EA-BFCE-11DBE1598008}"/>
              </a:ext>
            </a:extLst>
          </p:cNvPr>
          <p:cNvCxnSpPr>
            <a:cxnSpLocks/>
          </p:cNvCxnSpPr>
          <p:nvPr/>
        </p:nvCxnSpPr>
        <p:spPr>
          <a:xfrm flipH="1">
            <a:off x="5411592" y="1926793"/>
            <a:ext cx="5154" cy="32305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59">
            <a:extLst>
              <a:ext uri="{FF2B5EF4-FFF2-40B4-BE49-F238E27FC236}">
                <a16:creationId xmlns:a16="http://schemas.microsoft.com/office/drawing/2014/main" id="{61072C18-BA6A-C8CE-BF1C-5E09F1C2685B}"/>
              </a:ext>
            </a:extLst>
          </p:cNvPr>
          <p:cNvSpPr txBox="1"/>
          <p:nvPr/>
        </p:nvSpPr>
        <p:spPr>
          <a:xfrm>
            <a:off x="5085966" y="2069891"/>
            <a:ext cx="661560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价格同步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1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4A8504D-3BE2-9DFA-7035-FD9BEFEAF00A}"/>
              </a:ext>
            </a:extLst>
          </p:cNvPr>
          <p:cNvSpPr/>
          <p:nvPr/>
        </p:nvSpPr>
        <p:spPr>
          <a:xfrm>
            <a:off x="2308074" y="1126542"/>
            <a:ext cx="4056108" cy="532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" name="流程 48">
            <a:extLst>
              <a:ext uri="{FF2B5EF4-FFF2-40B4-BE49-F238E27FC236}">
                <a16:creationId xmlns:a16="http://schemas.microsoft.com/office/drawing/2014/main" id="{676680A5-070B-97F3-EDAC-AB7A57AE47E5}"/>
              </a:ext>
            </a:extLst>
          </p:cNvPr>
          <p:cNvSpPr/>
          <p:nvPr/>
        </p:nvSpPr>
        <p:spPr>
          <a:xfrm>
            <a:off x="1160583" y="1736873"/>
            <a:ext cx="1069622" cy="36647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品牌应用</a:t>
            </a:r>
          </a:p>
        </p:txBody>
      </p:sp>
      <p:sp>
        <p:nvSpPr>
          <p:cNvPr id="25" name="流程 58">
            <a:extLst>
              <a:ext uri="{FF2B5EF4-FFF2-40B4-BE49-F238E27FC236}">
                <a16:creationId xmlns:a16="http://schemas.microsoft.com/office/drawing/2014/main" id="{139F23AB-1EB8-FD7A-A3B8-41D4A2F574EF}"/>
              </a:ext>
            </a:extLst>
          </p:cNvPr>
          <p:cNvSpPr/>
          <p:nvPr/>
        </p:nvSpPr>
        <p:spPr>
          <a:xfrm>
            <a:off x="1160583" y="1126542"/>
            <a:ext cx="1069623" cy="5326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数字化渠道</a:t>
            </a:r>
          </a:p>
        </p:txBody>
      </p:sp>
      <p:sp>
        <p:nvSpPr>
          <p:cNvPr id="28" name="流程 76">
            <a:extLst>
              <a:ext uri="{FF2B5EF4-FFF2-40B4-BE49-F238E27FC236}">
                <a16:creationId xmlns:a16="http://schemas.microsoft.com/office/drawing/2014/main" id="{8FE242F1-F30B-64B4-FB45-446E6931AD64}"/>
              </a:ext>
            </a:extLst>
          </p:cNvPr>
          <p:cNvSpPr/>
          <p:nvPr/>
        </p:nvSpPr>
        <p:spPr>
          <a:xfrm>
            <a:off x="1160583" y="3754782"/>
            <a:ext cx="1071771" cy="18831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业务中心</a:t>
            </a:r>
          </a:p>
        </p:txBody>
      </p:sp>
      <p:sp>
        <p:nvSpPr>
          <p:cNvPr id="42" name="流程 195">
            <a:extLst>
              <a:ext uri="{FF2B5EF4-FFF2-40B4-BE49-F238E27FC236}">
                <a16:creationId xmlns:a16="http://schemas.microsoft.com/office/drawing/2014/main" id="{59820265-FA95-2D14-9BD3-824C56736E8A}"/>
              </a:ext>
            </a:extLst>
          </p:cNvPr>
          <p:cNvSpPr/>
          <p:nvPr/>
        </p:nvSpPr>
        <p:spPr>
          <a:xfrm>
            <a:off x="1164654" y="5715583"/>
            <a:ext cx="1067700" cy="418517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基础数据</a:t>
            </a:r>
            <a:endParaRPr kumimoji="1" lang="en-US" altLang="zh-CN" sz="12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141899-8270-379C-2424-529E36DE5FB3}"/>
              </a:ext>
            </a:extLst>
          </p:cNvPr>
          <p:cNvSpPr/>
          <p:nvPr/>
        </p:nvSpPr>
        <p:spPr>
          <a:xfrm>
            <a:off x="2312923" y="1748568"/>
            <a:ext cx="1278731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操作后台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F20ED2A-A064-F819-84FC-885429A6BAA2}"/>
              </a:ext>
            </a:extLst>
          </p:cNvPr>
          <p:cNvSpPr/>
          <p:nvPr/>
        </p:nvSpPr>
        <p:spPr>
          <a:xfrm>
            <a:off x="3669523" y="1748568"/>
            <a:ext cx="920919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POS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939F85-A7E1-6B9E-FAFD-B30D3F64FFEC}"/>
              </a:ext>
            </a:extLst>
          </p:cNvPr>
          <p:cNvSpPr/>
          <p:nvPr/>
        </p:nvSpPr>
        <p:spPr>
          <a:xfrm>
            <a:off x="6449540" y="1743549"/>
            <a:ext cx="2443171" cy="371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2B24687-DA8E-5351-EC9F-16699E78BAB9}"/>
              </a:ext>
            </a:extLst>
          </p:cNvPr>
          <p:cNvSpPr/>
          <p:nvPr/>
        </p:nvSpPr>
        <p:spPr>
          <a:xfrm>
            <a:off x="6671180" y="1783729"/>
            <a:ext cx="1999891" cy="291354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能力对接</a:t>
            </a:r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(API)</a:t>
            </a:r>
          </a:p>
        </p:txBody>
      </p:sp>
      <p:sp>
        <p:nvSpPr>
          <p:cNvPr id="78" name="流程 93">
            <a:extLst>
              <a:ext uri="{FF2B5EF4-FFF2-40B4-BE49-F238E27FC236}">
                <a16:creationId xmlns:a16="http://schemas.microsoft.com/office/drawing/2014/main" id="{E0887E9A-C3F7-1698-6AFB-B177D83E3569}"/>
              </a:ext>
            </a:extLst>
          </p:cNvPr>
          <p:cNvSpPr/>
          <p:nvPr/>
        </p:nvSpPr>
        <p:spPr>
          <a:xfrm>
            <a:off x="2308074" y="4523647"/>
            <a:ext cx="151623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库存中心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FB4D940-4F8F-8AB6-B570-88E0D3E239A4}"/>
              </a:ext>
            </a:extLst>
          </p:cNvPr>
          <p:cNvSpPr/>
          <p:nvPr/>
        </p:nvSpPr>
        <p:spPr>
          <a:xfrm>
            <a:off x="2405499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7E66EAD-5D66-C74B-16E3-D8D244212085}"/>
              </a:ext>
            </a:extLst>
          </p:cNvPr>
          <p:cNvSpPr/>
          <p:nvPr/>
        </p:nvSpPr>
        <p:spPr>
          <a:xfrm>
            <a:off x="2405498" y="4996975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F63E6FC-0F47-FB3A-2DBF-9E8163739C4D}"/>
              </a:ext>
            </a:extLst>
          </p:cNvPr>
          <p:cNvSpPr/>
          <p:nvPr/>
        </p:nvSpPr>
        <p:spPr>
          <a:xfrm>
            <a:off x="3107067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1EED8F5-D304-E424-5F1C-F959C0C0CFD9}"/>
              </a:ext>
            </a:extLst>
          </p:cNvPr>
          <p:cNvGrpSpPr/>
          <p:nvPr/>
        </p:nvGrpSpPr>
        <p:grpSpPr>
          <a:xfrm>
            <a:off x="2308074" y="3754783"/>
            <a:ext cx="1516231" cy="690704"/>
            <a:chOff x="2308074" y="3773456"/>
            <a:chExt cx="1516231" cy="690704"/>
          </a:xfrm>
        </p:grpSpPr>
        <p:sp>
          <p:nvSpPr>
            <p:cNvPr id="86" name="流程 93">
              <a:extLst>
                <a:ext uri="{FF2B5EF4-FFF2-40B4-BE49-F238E27FC236}">
                  <a16:creationId xmlns:a16="http://schemas.microsoft.com/office/drawing/2014/main" id="{74DE1CC9-D201-2DA6-4204-28A77E06FC55}"/>
                </a:ext>
              </a:extLst>
            </p:cNvPr>
            <p:cNvSpPr/>
            <p:nvPr/>
          </p:nvSpPr>
          <p:spPr>
            <a:xfrm>
              <a:off x="2308074" y="3773456"/>
              <a:ext cx="1516231" cy="690704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algn="ctr"/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用户中心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A8F04BD-1AB4-EEE3-7F37-920FA7FB2A8C}"/>
                </a:ext>
              </a:extLst>
            </p:cNvPr>
            <p:cNvSpPr/>
            <p:nvPr/>
          </p:nvSpPr>
          <p:spPr>
            <a:xfrm>
              <a:off x="2398128" y="4021581"/>
              <a:ext cx="612000" cy="174396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账号管理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2DD2B38-85C3-0CC5-03CD-E965C0F24A32}"/>
                </a:ext>
              </a:extLst>
            </p:cNvPr>
            <p:cNvSpPr/>
            <p:nvPr/>
          </p:nvSpPr>
          <p:spPr>
            <a:xfrm>
              <a:off x="3089063" y="4021581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品牌管理</a:t>
              </a:r>
              <a:endPara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CF9B4A1-EEA6-E54F-5C88-0484C8A83F69}"/>
                </a:ext>
              </a:extLst>
            </p:cNvPr>
            <p:cNvSpPr/>
            <p:nvPr/>
          </p:nvSpPr>
          <p:spPr>
            <a:xfrm>
              <a:off x="2398128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业务模块管理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3B1A7645-4E37-ACC5-F5A2-CD62BAABC9BE}"/>
                </a:ext>
              </a:extLst>
            </p:cNvPr>
            <p:cNvSpPr/>
            <p:nvPr/>
          </p:nvSpPr>
          <p:spPr>
            <a:xfrm>
              <a:off x="3094437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…</a:t>
              </a:r>
            </a:p>
          </p:txBody>
        </p:sp>
      </p:grpSp>
      <p:sp>
        <p:nvSpPr>
          <p:cNvPr id="112" name="流程 93">
            <a:extLst>
              <a:ext uri="{FF2B5EF4-FFF2-40B4-BE49-F238E27FC236}">
                <a16:creationId xmlns:a16="http://schemas.microsoft.com/office/drawing/2014/main" id="{21CE2E11-01A7-A616-C62C-69EB9FE6EA1F}"/>
              </a:ext>
            </a:extLst>
          </p:cNvPr>
          <p:cNvSpPr/>
          <p:nvPr/>
        </p:nvSpPr>
        <p:spPr>
          <a:xfrm>
            <a:off x="6740079" y="3754783"/>
            <a:ext cx="1134732" cy="69840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卡券中心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00B594D-6C7B-FBD1-CD7D-201E544CC89F}"/>
              </a:ext>
            </a:extLst>
          </p:cNvPr>
          <p:cNvSpPr/>
          <p:nvPr/>
        </p:nvSpPr>
        <p:spPr>
          <a:xfrm>
            <a:off x="6988833" y="4014604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活动管理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C7F23E6-58EC-235E-9895-9F3CEDE070EC}"/>
              </a:ext>
            </a:extLst>
          </p:cNvPr>
          <p:cNvSpPr/>
          <p:nvPr/>
        </p:nvSpPr>
        <p:spPr>
          <a:xfrm>
            <a:off x="6988833" y="4257071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6" name="流程 48">
            <a:extLst>
              <a:ext uri="{FF2B5EF4-FFF2-40B4-BE49-F238E27FC236}">
                <a16:creationId xmlns:a16="http://schemas.microsoft.com/office/drawing/2014/main" id="{AB5E1610-A234-9890-E809-F4D672B36A37}"/>
              </a:ext>
            </a:extLst>
          </p:cNvPr>
          <p:cNvSpPr/>
          <p:nvPr/>
        </p:nvSpPr>
        <p:spPr>
          <a:xfrm>
            <a:off x="1160583" y="2165033"/>
            <a:ext cx="1069622" cy="151282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品牌业务</a:t>
            </a:r>
          </a:p>
        </p:txBody>
      </p:sp>
      <p:sp>
        <p:nvSpPr>
          <p:cNvPr id="221" name="流程 93">
            <a:extLst>
              <a:ext uri="{FF2B5EF4-FFF2-40B4-BE49-F238E27FC236}">
                <a16:creationId xmlns:a16="http://schemas.microsoft.com/office/drawing/2014/main" id="{B8123D84-B622-4F7E-0275-2005E780F103}"/>
              </a:ext>
            </a:extLst>
          </p:cNvPr>
          <p:cNvSpPr/>
          <p:nvPr/>
        </p:nvSpPr>
        <p:spPr>
          <a:xfrm>
            <a:off x="6449541" y="2188030"/>
            <a:ext cx="1425551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三方端业务层</a:t>
            </a:r>
          </a:p>
        </p:txBody>
      </p:sp>
      <p:sp>
        <p:nvSpPr>
          <p:cNvPr id="222" name="流程 93">
            <a:extLst>
              <a:ext uri="{FF2B5EF4-FFF2-40B4-BE49-F238E27FC236}">
                <a16:creationId xmlns:a16="http://schemas.microsoft.com/office/drawing/2014/main" id="{7495CC33-012A-F010-6134-FF32A55A26AF}"/>
              </a:ext>
            </a:extLst>
          </p:cNvPr>
          <p:cNvSpPr/>
          <p:nvPr/>
        </p:nvSpPr>
        <p:spPr>
          <a:xfrm>
            <a:off x="2308074" y="2188030"/>
            <a:ext cx="4056108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门店端业务层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FB13F304-6E45-4D7F-1D8D-49DED54DAB69}"/>
              </a:ext>
            </a:extLst>
          </p:cNvPr>
          <p:cNvSpPr/>
          <p:nvPr/>
        </p:nvSpPr>
        <p:spPr>
          <a:xfrm>
            <a:off x="23583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F321CDBA-060C-DF4D-2848-EA2B4CA94C34}"/>
              </a:ext>
            </a:extLst>
          </p:cNvPr>
          <p:cNvSpPr/>
          <p:nvPr/>
        </p:nvSpPr>
        <p:spPr>
          <a:xfrm>
            <a:off x="30267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D5622725-08A7-12CA-011A-D7512D2132DC}"/>
              </a:ext>
            </a:extLst>
          </p:cNvPr>
          <p:cNvSpPr/>
          <p:nvPr/>
        </p:nvSpPr>
        <p:spPr>
          <a:xfrm>
            <a:off x="36952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674FA94-8F62-B26E-1188-7FB9AE1D697D}"/>
              </a:ext>
            </a:extLst>
          </p:cNvPr>
          <p:cNvSpPr/>
          <p:nvPr/>
        </p:nvSpPr>
        <p:spPr>
          <a:xfrm>
            <a:off x="57005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1EFA779-EC3B-E0DC-72EA-09E541B2B43A}"/>
              </a:ext>
            </a:extLst>
          </p:cNvPr>
          <p:cNvSpPr/>
          <p:nvPr/>
        </p:nvSpPr>
        <p:spPr>
          <a:xfrm>
            <a:off x="2367201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E671ADF-6384-E990-416F-87E1C54AE193}"/>
              </a:ext>
            </a:extLst>
          </p:cNvPr>
          <p:cNvSpPr/>
          <p:nvPr/>
        </p:nvSpPr>
        <p:spPr>
          <a:xfrm>
            <a:off x="3032083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调出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B8F691CA-2BBA-8C09-E9FB-3668AB3EF576}"/>
              </a:ext>
            </a:extLst>
          </p:cNvPr>
          <p:cNvSpPr/>
          <p:nvPr/>
        </p:nvSpPr>
        <p:spPr>
          <a:xfrm>
            <a:off x="43636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折扣申请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44D6E921-6CFE-456D-636C-603BE108D170}"/>
              </a:ext>
            </a:extLst>
          </p:cNvPr>
          <p:cNvSpPr/>
          <p:nvPr/>
        </p:nvSpPr>
        <p:spPr>
          <a:xfrm>
            <a:off x="3696965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A051E63F-1549-6C1F-9FDE-053472EE7A40}"/>
              </a:ext>
            </a:extLst>
          </p:cNvPr>
          <p:cNvSpPr/>
          <p:nvPr/>
        </p:nvSpPr>
        <p:spPr>
          <a:xfrm>
            <a:off x="50321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9DD86E5-9732-A0C3-C87F-C88F52A89660}"/>
              </a:ext>
            </a:extLst>
          </p:cNvPr>
          <p:cNvSpPr/>
          <p:nvPr/>
        </p:nvSpPr>
        <p:spPr>
          <a:xfrm>
            <a:off x="4361847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346858B6-A122-AA04-1837-13268C228CE2}"/>
              </a:ext>
            </a:extLst>
          </p:cNvPr>
          <p:cNvSpPr/>
          <p:nvPr/>
        </p:nvSpPr>
        <p:spPr>
          <a:xfrm>
            <a:off x="6546674" y="2492585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DC519A5-DEE2-C3E0-31D0-04EA28D57D6A}"/>
              </a:ext>
            </a:extLst>
          </p:cNvPr>
          <p:cNvSpPr/>
          <p:nvPr/>
        </p:nvSpPr>
        <p:spPr>
          <a:xfrm>
            <a:off x="7221122" y="249053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4262FBC7-0584-0EC2-4EE5-3D7D4A76A413}"/>
              </a:ext>
            </a:extLst>
          </p:cNvPr>
          <p:cNvSpPr/>
          <p:nvPr/>
        </p:nvSpPr>
        <p:spPr>
          <a:xfrm>
            <a:off x="6546674" y="272378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CCA2F245-AFA7-D204-E75E-70CE97A2D3A3}"/>
              </a:ext>
            </a:extLst>
          </p:cNvPr>
          <p:cNvSpPr/>
          <p:nvPr/>
        </p:nvSpPr>
        <p:spPr>
          <a:xfrm>
            <a:off x="7220390" y="2727916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54" name="Rounded Rectangle 158">
            <a:extLst>
              <a:ext uri="{FF2B5EF4-FFF2-40B4-BE49-F238E27FC236}">
                <a16:creationId xmlns:a16="http://schemas.microsoft.com/office/drawing/2014/main" id="{4E6BB4BE-6EDB-2B6F-128E-E720A7D21CAD}"/>
              </a:ext>
            </a:extLst>
          </p:cNvPr>
          <p:cNvSpPr/>
          <p:nvPr/>
        </p:nvSpPr>
        <p:spPr>
          <a:xfrm>
            <a:off x="7965825" y="2199725"/>
            <a:ext cx="931735" cy="34534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tlCol="0" anchor="t" anchorCtr="0"/>
          <a:lstStyle/>
          <a:p>
            <a:pPr marL="184150" algn="ctr">
              <a:spcBef>
                <a:spcPts val="8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待办提醒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83AD4ABB-10E4-FCD5-F42E-401D19320EAC}"/>
              </a:ext>
            </a:extLst>
          </p:cNvPr>
          <p:cNvSpPr/>
          <p:nvPr/>
        </p:nvSpPr>
        <p:spPr>
          <a:xfrm>
            <a:off x="8016269" y="2598707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未结单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891A1823-C045-0D5C-0409-2030164F07A1}"/>
              </a:ext>
            </a:extLst>
          </p:cNvPr>
          <p:cNvSpPr/>
          <p:nvPr/>
        </p:nvSpPr>
        <p:spPr>
          <a:xfrm>
            <a:off x="8016269" y="2969401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未出库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10A71240-23F9-4D22-5BAB-B93AB9B4DE1D}"/>
              </a:ext>
            </a:extLst>
          </p:cNvPr>
          <p:cNvSpPr/>
          <p:nvPr/>
        </p:nvSpPr>
        <p:spPr>
          <a:xfrm>
            <a:off x="8016269" y="3340094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未入库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1948E023-1757-3666-4548-99A19AA78354}"/>
              </a:ext>
            </a:extLst>
          </p:cNvPr>
          <p:cNvSpPr/>
          <p:nvPr/>
        </p:nvSpPr>
        <p:spPr>
          <a:xfrm>
            <a:off x="8016269" y="3710788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028C993-3687-7BBA-9478-980B1E2F5BCB}"/>
              </a:ext>
            </a:extLst>
          </p:cNvPr>
          <p:cNvSpPr/>
          <p:nvPr/>
        </p:nvSpPr>
        <p:spPr>
          <a:xfrm>
            <a:off x="8016269" y="4081482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29CC6E33-0FB7-E9FB-9708-75FDC7BF7F72}"/>
              </a:ext>
            </a:extLst>
          </p:cNvPr>
          <p:cNvSpPr/>
          <p:nvPr/>
        </p:nvSpPr>
        <p:spPr>
          <a:xfrm>
            <a:off x="8016269" y="4452175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8094E1AA-553E-4D50-961A-ED6918ABBE51}"/>
              </a:ext>
            </a:extLst>
          </p:cNvPr>
          <p:cNvSpPr/>
          <p:nvPr/>
        </p:nvSpPr>
        <p:spPr>
          <a:xfrm>
            <a:off x="8016269" y="4822869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53EC5103-2B0E-4206-6D48-F247FDB76561}"/>
              </a:ext>
            </a:extLst>
          </p:cNvPr>
          <p:cNvSpPr/>
          <p:nvPr/>
        </p:nvSpPr>
        <p:spPr>
          <a:xfrm>
            <a:off x="8016269" y="5193563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278" name="标题 7">
            <a:extLst>
              <a:ext uri="{FF2B5EF4-FFF2-40B4-BE49-F238E27FC236}">
                <a16:creationId xmlns:a16="http://schemas.microsoft.com/office/drawing/2014/main" id="{EE5AD254-9A68-BAE5-21FD-36119A93A6B5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业务架构设计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108A3C4A-122F-4E99-FB37-56ACBDDD710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Business  Architecture Design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274B8547-A722-ADE4-4B58-0FC7CE6012A9}"/>
              </a:ext>
            </a:extLst>
          </p:cNvPr>
          <p:cNvSpPr/>
          <p:nvPr/>
        </p:nvSpPr>
        <p:spPr>
          <a:xfrm>
            <a:off x="4671933" y="1748568"/>
            <a:ext cx="1697098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官网</a:t>
            </a:r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商城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1C76C6-70D1-8742-AFD4-6187AD1D2BB9}"/>
              </a:ext>
            </a:extLst>
          </p:cNvPr>
          <p:cNvSpPr/>
          <p:nvPr/>
        </p:nvSpPr>
        <p:spPr>
          <a:xfrm>
            <a:off x="6447373" y="1126542"/>
            <a:ext cx="887775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" name="文本框 69">
            <a:extLst>
              <a:ext uri="{FF2B5EF4-FFF2-40B4-BE49-F238E27FC236}">
                <a16:creationId xmlns:a16="http://schemas.microsoft.com/office/drawing/2014/main" id="{E8CF18A4-0AEE-B20B-9AD1-6AD0D8A5D1FA}"/>
              </a:ext>
            </a:extLst>
          </p:cNvPr>
          <p:cNvSpPr txBox="1"/>
          <p:nvPr/>
        </p:nvSpPr>
        <p:spPr>
          <a:xfrm>
            <a:off x="6449540" y="1174773"/>
            <a:ext cx="814535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即时零售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42E476-DE13-A81A-1451-654D0A5E7FEB}"/>
              </a:ext>
            </a:extLst>
          </p:cNvPr>
          <p:cNvSpPr/>
          <p:nvPr/>
        </p:nvSpPr>
        <p:spPr>
          <a:xfrm>
            <a:off x="6587417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京东到家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20FAFBC-4205-8F25-F51A-15054E55ACAF}"/>
              </a:ext>
            </a:extLst>
          </p:cNvPr>
          <p:cNvSpPr/>
          <p:nvPr/>
        </p:nvSpPr>
        <p:spPr>
          <a:xfrm>
            <a:off x="2312922" y="5715583"/>
            <a:ext cx="64015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5C5F851-C3B4-F7ED-E0DE-49D7D052A3DA}"/>
              </a:ext>
            </a:extLst>
          </p:cNvPr>
          <p:cNvSpPr/>
          <p:nvPr/>
        </p:nvSpPr>
        <p:spPr>
          <a:xfrm>
            <a:off x="304161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92DB5F9-2377-12BD-4F88-12EF8968F1B5}"/>
              </a:ext>
            </a:extLst>
          </p:cNvPr>
          <p:cNvSpPr/>
          <p:nvPr/>
        </p:nvSpPr>
        <p:spPr>
          <a:xfrm>
            <a:off x="377832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9534F77-2791-B669-69DB-526FC3F66985}"/>
              </a:ext>
            </a:extLst>
          </p:cNvPr>
          <p:cNvSpPr/>
          <p:nvPr/>
        </p:nvSpPr>
        <p:spPr>
          <a:xfrm>
            <a:off x="4518014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用户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FA9DBB9-5BFB-6899-0E3D-6EDA514140C3}"/>
              </a:ext>
            </a:extLst>
          </p:cNvPr>
          <p:cNvSpPr/>
          <p:nvPr/>
        </p:nvSpPr>
        <p:spPr>
          <a:xfrm>
            <a:off x="5257701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0EEEBA8-3A05-68E3-B5AF-7338DEADF83B}"/>
              </a:ext>
            </a:extLst>
          </p:cNvPr>
          <p:cNvSpPr/>
          <p:nvPr/>
        </p:nvSpPr>
        <p:spPr>
          <a:xfrm>
            <a:off x="5997388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9CF2727-9D75-EA65-3792-E14FE8EC59AB}"/>
              </a:ext>
            </a:extLst>
          </p:cNvPr>
          <p:cNvSpPr/>
          <p:nvPr/>
        </p:nvSpPr>
        <p:spPr>
          <a:xfrm>
            <a:off x="6737075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5309853-234A-90F5-0D1B-9503D75E2E2B}"/>
              </a:ext>
            </a:extLst>
          </p:cNvPr>
          <p:cNvSpPr/>
          <p:nvPr/>
        </p:nvSpPr>
        <p:spPr>
          <a:xfrm>
            <a:off x="7476762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E726319-4FED-E045-DC4F-1E6F740F26F8}"/>
              </a:ext>
            </a:extLst>
          </p:cNvPr>
          <p:cNvSpPr/>
          <p:nvPr/>
        </p:nvSpPr>
        <p:spPr>
          <a:xfrm>
            <a:off x="8216449" y="5715583"/>
            <a:ext cx="67626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EB9F65-3801-254C-DE98-0D9C7CE6FE27}"/>
              </a:ext>
            </a:extLst>
          </p:cNvPr>
          <p:cNvSpPr/>
          <p:nvPr/>
        </p:nvSpPr>
        <p:spPr>
          <a:xfrm>
            <a:off x="7417866" y="1126542"/>
            <a:ext cx="1474846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17613F-8B00-33D8-C693-937E328488F3}"/>
              </a:ext>
            </a:extLst>
          </p:cNvPr>
          <p:cNvSpPr/>
          <p:nvPr/>
        </p:nvSpPr>
        <p:spPr>
          <a:xfrm>
            <a:off x="8195275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44A66C-9E3E-201F-D739-F4796015C50B}"/>
              </a:ext>
            </a:extLst>
          </p:cNvPr>
          <p:cNvSpPr/>
          <p:nvPr/>
        </p:nvSpPr>
        <p:spPr>
          <a:xfrm>
            <a:off x="7511301" y="1405806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抖音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69">
            <a:extLst>
              <a:ext uri="{FF2B5EF4-FFF2-40B4-BE49-F238E27FC236}">
                <a16:creationId xmlns:a16="http://schemas.microsoft.com/office/drawing/2014/main" id="{7A6A71E7-75F9-7AFC-06C3-4D1FA9C6B3FD}"/>
              </a:ext>
            </a:extLst>
          </p:cNvPr>
          <p:cNvSpPr txBox="1"/>
          <p:nvPr/>
        </p:nvSpPr>
        <p:spPr>
          <a:xfrm>
            <a:off x="7421255" y="1169189"/>
            <a:ext cx="1317667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三方电商</a:t>
            </a:r>
          </a:p>
        </p:txBody>
      </p:sp>
      <p:sp>
        <p:nvSpPr>
          <p:cNvPr id="14" name="流程 93">
            <a:extLst>
              <a:ext uri="{FF2B5EF4-FFF2-40B4-BE49-F238E27FC236}">
                <a16:creationId xmlns:a16="http://schemas.microsoft.com/office/drawing/2014/main" id="{DE1792E5-9049-5988-651B-3900D8651116}"/>
              </a:ext>
            </a:extLst>
          </p:cNvPr>
          <p:cNvSpPr/>
          <p:nvPr/>
        </p:nvSpPr>
        <p:spPr>
          <a:xfrm>
            <a:off x="3907335" y="3754783"/>
            <a:ext cx="1512496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 anchorCtr="0"/>
          <a:lstStyle/>
          <a:p>
            <a:pPr marL="184150" algn="ctr">
              <a:spcBef>
                <a:spcPts val="1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门店中心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851161-D9DA-83EE-1DA9-9F1E5809536C}"/>
              </a:ext>
            </a:extLst>
          </p:cNvPr>
          <p:cNvSpPr/>
          <p:nvPr/>
        </p:nvSpPr>
        <p:spPr>
          <a:xfrm>
            <a:off x="3974874" y="408188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08CBE-B884-9A56-0F13-C647DAD07A79}"/>
              </a:ext>
            </a:extLst>
          </p:cNvPr>
          <p:cNvSpPr/>
          <p:nvPr/>
        </p:nvSpPr>
        <p:spPr>
          <a:xfrm>
            <a:off x="4681104" y="408045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线上店铺管理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流程 93">
            <a:extLst>
              <a:ext uri="{FF2B5EF4-FFF2-40B4-BE49-F238E27FC236}">
                <a16:creationId xmlns:a16="http://schemas.microsoft.com/office/drawing/2014/main" id="{56D5FA48-66FD-8C5F-9167-143B4E19B8CA}"/>
              </a:ext>
            </a:extLst>
          </p:cNvPr>
          <p:cNvSpPr/>
          <p:nvPr/>
        </p:nvSpPr>
        <p:spPr>
          <a:xfrm>
            <a:off x="2307395" y="5323211"/>
            <a:ext cx="3107665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9" name="文本框 69">
            <a:extLst>
              <a:ext uri="{FF2B5EF4-FFF2-40B4-BE49-F238E27FC236}">
                <a16:creationId xmlns:a16="http://schemas.microsoft.com/office/drawing/2014/main" id="{D494A3F4-939E-C661-C90B-9938D9E3654C}"/>
              </a:ext>
            </a:extLst>
          </p:cNvPr>
          <p:cNvSpPr txBox="1"/>
          <p:nvPr/>
        </p:nvSpPr>
        <p:spPr>
          <a:xfrm>
            <a:off x="2249998" y="5342979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参数</a:t>
            </a:r>
            <a:endParaRPr lang="en-US" altLang="zh-CN" sz="800" dirty="0"/>
          </a:p>
          <a:p>
            <a:r>
              <a:rPr lang="zh-CN" altLang="en-US" sz="800" dirty="0"/>
              <a:t>设置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CC2E9-D445-8878-8552-FB2C98882D21}"/>
              </a:ext>
            </a:extLst>
          </p:cNvPr>
          <p:cNvSpPr/>
          <p:nvPr/>
        </p:nvSpPr>
        <p:spPr>
          <a:xfrm>
            <a:off x="2944115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渠道参数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62D56C-69F2-CC83-110A-CAA316B33EAE}"/>
              </a:ext>
            </a:extLst>
          </p:cNvPr>
          <p:cNvSpPr/>
          <p:nvPr/>
        </p:nvSpPr>
        <p:spPr>
          <a:xfrm>
            <a:off x="3821114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020DE9-FE00-63FC-29F9-CE446F75B1D9}"/>
              </a:ext>
            </a:extLst>
          </p:cNvPr>
          <p:cNvSpPr/>
          <p:nvPr/>
        </p:nvSpPr>
        <p:spPr>
          <a:xfrm>
            <a:off x="4699224" y="5372555"/>
            <a:ext cx="55847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…..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2" name="流程 93">
            <a:extLst>
              <a:ext uri="{FF2B5EF4-FFF2-40B4-BE49-F238E27FC236}">
                <a16:creationId xmlns:a16="http://schemas.microsoft.com/office/drawing/2014/main" id="{E8AD9FCA-D96D-A264-9D2D-9DFE2E489B79}"/>
              </a:ext>
            </a:extLst>
          </p:cNvPr>
          <p:cNvSpPr/>
          <p:nvPr/>
        </p:nvSpPr>
        <p:spPr>
          <a:xfrm>
            <a:off x="3907335" y="4523647"/>
            <a:ext cx="1512496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订单中心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9901881-041D-FE04-8029-4D4F0EC0C36D}"/>
              </a:ext>
            </a:extLst>
          </p:cNvPr>
          <p:cNvSpPr/>
          <p:nvPr/>
        </p:nvSpPr>
        <p:spPr>
          <a:xfrm>
            <a:off x="3988125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90DB2C1-B068-DD09-33D7-A7737B6FBE69}"/>
              </a:ext>
            </a:extLst>
          </p:cNvPr>
          <p:cNvSpPr/>
          <p:nvPr/>
        </p:nvSpPr>
        <p:spPr>
          <a:xfrm>
            <a:off x="3988125" y="4996975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AE04C6-CB8F-5E71-A3C3-CE14E0386D66}"/>
              </a:ext>
            </a:extLst>
          </p:cNvPr>
          <p:cNvSpPr/>
          <p:nvPr/>
        </p:nvSpPr>
        <p:spPr>
          <a:xfrm>
            <a:off x="4683900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3" name="流程 93">
            <a:extLst>
              <a:ext uri="{FF2B5EF4-FFF2-40B4-BE49-F238E27FC236}">
                <a16:creationId xmlns:a16="http://schemas.microsoft.com/office/drawing/2014/main" id="{1E10C2F9-4046-3DF0-C27C-36FE3D8BFA80}"/>
              </a:ext>
            </a:extLst>
          </p:cNvPr>
          <p:cNvSpPr/>
          <p:nvPr/>
        </p:nvSpPr>
        <p:spPr>
          <a:xfrm>
            <a:off x="5506988" y="4523647"/>
            <a:ext cx="1152000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价格中心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32B9314-370D-9450-0B07-36840AE1BC9A}"/>
              </a:ext>
            </a:extLst>
          </p:cNvPr>
          <p:cNvSpPr/>
          <p:nvPr/>
        </p:nvSpPr>
        <p:spPr>
          <a:xfrm>
            <a:off x="5759798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商品定价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2003CB-21B6-BF41-5261-19767C66211A}"/>
              </a:ext>
            </a:extLst>
          </p:cNvPr>
          <p:cNvSpPr/>
          <p:nvPr/>
        </p:nvSpPr>
        <p:spPr>
          <a:xfrm>
            <a:off x="5759798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34" name="流程 93">
            <a:extLst>
              <a:ext uri="{FF2B5EF4-FFF2-40B4-BE49-F238E27FC236}">
                <a16:creationId xmlns:a16="http://schemas.microsoft.com/office/drawing/2014/main" id="{665949AB-B981-386F-45F8-E15D96C0C2CB}"/>
              </a:ext>
            </a:extLst>
          </p:cNvPr>
          <p:cNvSpPr/>
          <p:nvPr/>
        </p:nvSpPr>
        <p:spPr>
          <a:xfrm>
            <a:off x="5506988" y="3754783"/>
            <a:ext cx="1152000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商品中心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3ACFADD-1F95-4BD1-7894-EAFA05913618}"/>
              </a:ext>
            </a:extLst>
          </p:cNvPr>
          <p:cNvSpPr/>
          <p:nvPr/>
        </p:nvSpPr>
        <p:spPr>
          <a:xfrm>
            <a:off x="5763956" y="4014603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商品同步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E7E1C7-781C-BD2A-86B4-9C7EADA12B3D}"/>
              </a:ext>
            </a:extLst>
          </p:cNvPr>
          <p:cNvSpPr/>
          <p:nvPr/>
        </p:nvSpPr>
        <p:spPr>
          <a:xfrm>
            <a:off x="5763956" y="425707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8" name="流程 93">
            <a:extLst>
              <a:ext uri="{FF2B5EF4-FFF2-40B4-BE49-F238E27FC236}">
                <a16:creationId xmlns:a16="http://schemas.microsoft.com/office/drawing/2014/main" id="{23AE4E25-DAEE-E75F-296F-15F2720DDA9D}"/>
              </a:ext>
            </a:extLst>
          </p:cNvPr>
          <p:cNvSpPr/>
          <p:nvPr/>
        </p:nvSpPr>
        <p:spPr>
          <a:xfrm>
            <a:off x="2303892" y="3044534"/>
            <a:ext cx="5570012" cy="63332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0D422943-C75F-6E68-BACE-1BF12D583AA9}"/>
              </a:ext>
            </a:extLst>
          </p:cNvPr>
          <p:cNvSpPr/>
          <p:nvPr/>
        </p:nvSpPr>
        <p:spPr>
          <a:xfrm>
            <a:off x="25891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422F333-FE14-C8AB-18D7-FA9403D29FF9}"/>
              </a:ext>
            </a:extLst>
          </p:cNvPr>
          <p:cNvSpPr/>
          <p:nvPr/>
        </p:nvSpPr>
        <p:spPr>
          <a:xfrm>
            <a:off x="35827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C90EE3E-1FE7-23B8-450F-13C796B0839D}"/>
              </a:ext>
            </a:extLst>
          </p:cNvPr>
          <p:cNvSpPr/>
          <p:nvPr/>
        </p:nvSpPr>
        <p:spPr>
          <a:xfrm>
            <a:off x="45763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05D94AA6-9917-0F8D-DD20-2416DACFFA5E}"/>
              </a:ext>
            </a:extLst>
          </p:cNvPr>
          <p:cNvSpPr/>
          <p:nvPr/>
        </p:nvSpPr>
        <p:spPr>
          <a:xfrm>
            <a:off x="55699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758142D-9AA6-AA2D-B87C-E0A8E634E921}"/>
              </a:ext>
            </a:extLst>
          </p:cNvPr>
          <p:cNvSpPr/>
          <p:nvPr/>
        </p:nvSpPr>
        <p:spPr>
          <a:xfrm>
            <a:off x="6563596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C64920-FD0E-650F-D8A1-06770D01DA91}"/>
              </a:ext>
            </a:extLst>
          </p:cNvPr>
          <p:cNvSpPr txBox="1"/>
          <p:nvPr/>
        </p:nvSpPr>
        <p:spPr>
          <a:xfrm>
            <a:off x="4354628" y="3053437"/>
            <a:ext cx="1258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品牌业务层</a:t>
            </a:r>
          </a:p>
        </p:txBody>
      </p:sp>
      <p:pic>
        <p:nvPicPr>
          <p:cNvPr id="26" name="图形 60" descr="笔记本电脑">
            <a:extLst>
              <a:ext uri="{FF2B5EF4-FFF2-40B4-BE49-F238E27FC236}">
                <a16:creationId xmlns:a16="http://schemas.microsoft.com/office/drawing/2014/main" id="{54F4C04D-B5F1-0D45-C849-A6F180FBD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8456" y="1179698"/>
            <a:ext cx="404241" cy="404241"/>
          </a:xfrm>
          <a:prstGeom prst="rect">
            <a:avLst/>
          </a:prstGeom>
        </p:spPr>
      </p:pic>
      <p:pic>
        <p:nvPicPr>
          <p:cNvPr id="39" name="图形 63" descr="平板电脑">
            <a:extLst>
              <a:ext uri="{FF2B5EF4-FFF2-40B4-BE49-F238E27FC236}">
                <a16:creationId xmlns:a16="http://schemas.microsoft.com/office/drawing/2014/main" id="{65997C8C-10A1-4097-9171-952DA1D4D2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4926" b="17001"/>
          <a:stretch/>
        </p:blipFill>
        <p:spPr>
          <a:xfrm>
            <a:off x="4180959" y="1233390"/>
            <a:ext cx="434366" cy="295686"/>
          </a:xfrm>
          <a:prstGeom prst="rect">
            <a:avLst/>
          </a:prstGeom>
        </p:spPr>
      </p:pic>
      <p:pic>
        <p:nvPicPr>
          <p:cNvPr id="40" name="图形 68" descr="智能手机">
            <a:extLst>
              <a:ext uri="{FF2B5EF4-FFF2-40B4-BE49-F238E27FC236}">
                <a16:creationId xmlns:a16="http://schemas.microsoft.com/office/drawing/2014/main" id="{B0A3E7F3-9C86-D10F-D5CD-EBF28D87B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3387" y="1252222"/>
            <a:ext cx="280713" cy="280713"/>
          </a:xfrm>
          <a:prstGeom prst="rect">
            <a:avLst/>
          </a:prstGeom>
        </p:spPr>
      </p:pic>
      <p:sp>
        <p:nvSpPr>
          <p:cNvPr id="41" name="文本框 70">
            <a:extLst>
              <a:ext uri="{FF2B5EF4-FFF2-40B4-BE49-F238E27FC236}">
                <a16:creationId xmlns:a16="http://schemas.microsoft.com/office/drawing/2014/main" id="{24AD4891-1746-4E97-ECE2-5AB69DCF5C29}"/>
              </a:ext>
            </a:extLst>
          </p:cNvPr>
          <p:cNvSpPr txBox="1"/>
          <p:nvPr/>
        </p:nvSpPr>
        <p:spPr>
          <a:xfrm>
            <a:off x="2166767" y="1287814"/>
            <a:ext cx="87095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展示端</a:t>
            </a:r>
          </a:p>
        </p:txBody>
      </p:sp>
      <p:sp>
        <p:nvSpPr>
          <p:cNvPr id="4" name="流程 93">
            <a:extLst>
              <a:ext uri="{FF2B5EF4-FFF2-40B4-BE49-F238E27FC236}">
                <a16:creationId xmlns:a16="http://schemas.microsoft.com/office/drawing/2014/main" id="{6A86A837-8770-8C82-539E-C5EC74958974}"/>
              </a:ext>
            </a:extLst>
          </p:cNvPr>
          <p:cNvSpPr/>
          <p:nvPr/>
        </p:nvSpPr>
        <p:spPr>
          <a:xfrm>
            <a:off x="6736023" y="4523647"/>
            <a:ext cx="113788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审批中心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0663A-0814-D512-CC94-E18435F4BE37}"/>
              </a:ext>
            </a:extLst>
          </p:cNvPr>
          <p:cNvSpPr/>
          <p:nvPr/>
        </p:nvSpPr>
        <p:spPr>
          <a:xfrm>
            <a:off x="6988833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运营审批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4DC7D1-683E-DAD1-974B-4D1D239783A3}"/>
              </a:ext>
            </a:extLst>
          </p:cNvPr>
          <p:cNvSpPr/>
          <p:nvPr/>
        </p:nvSpPr>
        <p:spPr>
          <a:xfrm>
            <a:off x="6988833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事前审批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4" name="流程 93">
            <a:extLst>
              <a:ext uri="{FF2B5EF4-FFF2-40B4-BE49-F238E27FC236}">
                <a16:creationId xmlns:a16="http://schemas.microsoft.com/office/drawing/2014/main" id="{76A8C638-ED87-BCEB-F7D8-5AAFD80DB0F4}"/>
              </a:ext>
            </a:extLst>
          </p:cNvPr>
          <p:cNvSpPr/>
          <p:nvPr/>
        </p:nvSpPr>
        <p:spPr>
          <a:xfrm>
            <a:off x="5507089" y="5318266"/>
            <a:ext cx="2366816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5" name="文本框 69">
            <a:extLst>
              <a:ext uri="{FF2B5EF4-FFF2-40B4-BE49-F238E27FC236}">
                <a16:creationId xmlns:a16="http://schemas.microsoft.com/office/drawing/2014/main" id="{0AA97639-0736-5852-3ECB-05C8190BD15A}"/>
              </a:ext>
            </a:extLst>
          </p:cNvPr>
          <p:cNvSpPr txBox="1"/>
          <p:nvPr/>
        </p:nvSpPr>
        <p:spPr>
          <a:xfrm>
            <a:off x="5449691" y="5338034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策略</a:t>
            </a:r>
            <a:endParaRPr lang="en-US" altLang="zh-CN" sz="800" dirty="0"/>
          </a:p>
          <a:p>
            <a:r>
              <a:rPr lang="zh-CN" altLang="en-US" sz="800" dirty="0"/>
              <a:t>管理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770791-A37D-120C-C670-22F5C765B95D}"/>
              </a:ext>
            </a:extLst>
          </p:cNvPr>
          <p:cNvSpPr/>
          <p:nvPr/>
        </p:nvSpPr>
        <p:spPr>
          <a:xfrm>
            <a:off x="6143808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权重设置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D8F8ED-021C-DC9F-F1F4-389F067ECFAD}"/>
              </a:ext>
            </a:extLst>
          </p:cNvPr>
          <p:cNvSpPr/>
          <p:nvPr/>
        </p:nvSpPr>
        <p:spPr>
          <a:xfrm>
            <a:off x="7020807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优先级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9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CC8AC65F-C76B-FCBD-84C5-B0D4356CBFE2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功能结构图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F6DE90-431B-7D39-0957-A7BE448485CC}"/>
              </a:ext>
            </a:extLst>
          </p:cNvPr>
          <p:cNvSpPr txBox="1"/>
          <p:nvPr/>
        </p:nvSpPr>
        <p:spPr>
          <a:xfrm>
            <a:off x="1072003" y="182063"/>
            <a:ext cx="5319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Functional Structure Diagram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3B3F42-519D-24E7-E91D-321192714710}"/>
              </a:ext>
            </a:extLst>
          </p:cNvPr>
          <p:cNvSpPr/>
          <p:nvPr/>
        </p:nvSpPr>
        <p:spPr>
          <a:xfrm>
            <a:off x="-3051" y="1130300"/>
            <a:ext cx="12955651" cy="857250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6510E43-3792-7803-25A2-C9B3F6594C4F}"/>
              </a:ext>
            </a:extLst>
          </p:cNvPr>
          <p:cNvSpPr/>
          <p:nvPr/>
        </p:nvSpPr>
        <p:spPr>
          <a:xfrm>
            <a:off x="-3051" y="2102297"/>
            <a:ext cx="1110596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20C7B1F-0B84-334A-7C6B-F95BD9BFD1D7}"/>
              </a:ext>
            </a:extLst>
          </p:cNvPr>
          <p:cNvSpPr/>
          <p:nvPr/>
        </p:nvSpPr>
        <p:spPr>
          <a:xfrm>
            <a:off x="1200436" y="2102297"/>
            <a:ext cx="1100584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7CCB0A7-7ADD-0924-FD6E-B3A0433AE52B}"/>
              </a:ext>
            </a:extLst>
          </p:cNvPr>
          <p:cNvSpPr/>
          <p:nvPr/>
        </p:nvSpPr>
        <p:spPr>
          <a:xfrm>
            <a:off x="2374535" y="2102297"/>
            <a:ext cx="2304639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51B0201-5FB8-2936-222F-9FD19E2CA6BE}"/>
              </a:ext>
            </a:extLst>
          </p:cNvPr>
          <p:cNvSpPr/>
          <p:nvPr/>
        </p:nvSpPr>
        <p:spPr>
          <a:xfrm>
            <a:off x="4762009" y="2129611"/>
            <a:ext cx="1111451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C71F87A-CE2D-BF22-857E-9FDDCF6E187A}"/>
              </a:ext>
            </a:extLst>
          </p:cNvPr>
          <p:cNvSpPr/>
          <p:nvPr/>
        </p:nvSpPr>
        <p:spPr>
          <a:xfrm>
            <a:off x="5964168" y="2129614"/>
            <a:ext cx="518892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0D6510-228E-91B9-70CF-39B65C181361}"/>
              </a:ext>
            </a:extLst>
          </p:cNvPr>
          <p:cNvSpPr/>
          <p:nvPr/>
        </p:nvSpPr>
        <p:spPr>
          <a:xfrm>
            <a:off x="6561366" y="2141188"/>
            <a:ext cx="514613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23CDB3D-3C77-4910-917F-4FC4D2B03CF5}"/>
              </a:ext>
            </a:extLst>
          </p:cNvPr>
          <p:cNvSpPr/>
          <p:nvPr/>
        </p:nvSpPr>
        <p:spPr>
          <a:xfrm>
            <a:off x="7153868" y="2129614"/>
            <a:ext cx="1688890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D3863A3-7E7C-131D-2BB8-E37734107A19}"/>
              </a:ext>
            </a:extLst>
          </p:cNvPr>
          <p:cNvSpPr/>
          <p:nvPr/>
        </p:nvSpPr>
        <p:spPr>
          <a:xfrm>
            <a:off x="8920647" y="2139667"/>
            <a:ext cx="512987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B5761BE-EF38-CAA2-51E6-611B1D71BF57}"/>
              </a:ext>
            </a:extLst>
          </p:cNvPr>
          <p:cNvSpPr/>
          <p:nvPr/>
        </p:nvSpPr>
        <p:spPr>
          <a:xfrm>
            <a:off x="9504320" y="2129614"/>
            <a:ext cx="1694681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9ABCC6F-CA6E-0C30-CFAE-7B352248859D}"/>
              </a:ext>
            </a:extLst>
          </p:cNvPr>
          <p:cNvSpPr/>
          <p:nvPr/>
        </p:nvSpPr>
        <p:spPr>
          <a:xfrm>
            <a:off x="11269686" y="2129614"/>
            <a:ext cx="1103848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370E543-62FB-2222-7881-9D4223C494E2}"/>
              </a:ext>
            </a:extLst>
          </p:cNvPr>
          <p:cNvSpPr/>
          <p:nvPr/>
        </p:nvSpPr>
        <p:spPr>
          <a:xfrm>
            <a:off x="12436019" y="2129614"/>
            <a:ext cx="516582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52ADF2-DA82-3B1B-71EF-CEE17890A135}"/>
              </a:ext>
            </a:extLst>
          </p:cNvPr>
          <p:cNvSpPr txBox="1"/>
          <p:nvPr/>
        </p:nvSpPr>
        <p:spPr>
          <a:xfrm>
            <a:off x="12436019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审批中心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FD0BCF-755B-602B-36AD-6D166B5C5E65}"/>
              </a:ext>
            </a:extLst>
          </p:cNvPr>
          <p:cNvSpPr txBox="1"/>
          <p:nvPr/>
        </p:nvSpPr>
        <p:spPr>
          <a:xfrm>
            <a:off x="11555435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9CEDDE-BCC9-422A-DA0D-DC2C07FBFC3C}"/>
              </a:ext>
            </a:extLst>
          </p:cNvPr>
          <p:cNvSpPr txBox="1"/>
          <p:nvPr/>
        </p:nvSpPr>
        <p:spPr>
          <a:xfrm>
            <a:off x="10197964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库存中心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2127BC-B69D-4C2F-98C4-87E8DE97F17B}"/>
              </a:ext>
            </a:extLst>
          </p:cNvPr>
          <p:cNvSpPr txBox="1"/>
          <p:nvPr/>
        </p:nvSpPr>
        <p:spPr>
          <a:xfrm>
            <a:off x="8928713" y="2343771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价格中心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F66207-A320-9239-A9FF-97E8FF56134D}"/>
              </a:ext>
            </a:extLst>
          </p:cNvPr>
          <p:cNvSpPr txBox="1"/>
          <p:nvPr/>
        </p:nvSpPr>
        <p:spPr>
          <a:xfrm>
            <a:off x="7815228" y="2347233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订单中心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A15DF9-5EAF-97E5-405E-EC70134B4ABD}"/>
              </a:ext>
            </a:extLst>
          </p:cNvPr>
          <p:cNvSpPr txBox="1"/>
          <p:nvPr/>
        </p:nvSpPr>
        <p:spPr>
          <a:xfrm>
            <a:off x="6561366" y="2326465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卡券中心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19F10A-D690-1EB8-9265-837ECEF792DB}"/>
              </a:ext>
            </a:extLst>
          </p:cNvPr>
          <p:cNvSpPr txBox="1"/>
          <p:nvPr/>
        </p:nvSpPr>
        <p:spPr>
          <a:xfrm>
            <a:off x="5964169" y="233371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商品中心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1E1908-E78C-5D08-93EC-0759DBADF8D2}"/>
              </a:ext>
            </a:extLst>
          </p:cNvPr>
          <p:cNvSpPr txBox="1"/>
          <p:nvPr/>
        </p:nvSpPr>
        <p:spPr>
          <a:xfrm>
            <a:off x="5079273" y="231384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门店中心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B19572-4096-1786-EFD1-F42721372802}"/>
              </a:ext>
            </a:extLst>
          </p:cNvPr>
          <p:cNvSpPr txBox="1"/>
          <p:nvPr/>
        </p:nvSpPr>
        <p:spPr>
          <a:xfrm>
            <a:off x="3229360" y="2271049"/>
            <a:ext cx="461665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用户中心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046797-B50C-BEA3-659C-68DB08E745CC}"/>
              </a:ext>
            </a:extLst>
          </p:cNvPr>
          <p:cNvSpPr txBox="1"/>
          <p:nvPr/>
        </p:nvSpPr>
        <p:spPr>
          <a:xfrm>
            <a:off x="1511926" y="2194627"/>
            <a:ext cx="461665" cy="13279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门店工作台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FE6F3E-F965-4AC7-D9C5-C5FA7D627825}"/>
              </a:ext>
            </a:extLst>
          </p:cNvPr>
          <p:cNvSpPr txBox="1"/>
          <p:nvPr/>
        </p:nvSpPr>
        <p:spPr>
          <a:xfrm>
            <a:off x="330445" y="231384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通用模块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56ABE1-5B98-E5AC-FEFF-8F91BFF85068}"/>
              </a:ext>
            </a:extLst>
          </p:cNvPr>
          <p:cNvSpPr txBox="1"/>
          <p:nvPr/>
        </p:nvSpPr>
        <p:spPr>
          <a:xfrm>
            <a:off x="4621484" y="1245047"/>
            <a:ext cx="308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零售管理系统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8160278-A12D-FB89-0346-1AC77AD17CD3}"/>
              </a:ext>
            </a:extLst>
          </p:cNvPr>
          <p:cNvSpPr/>
          <p:nvPr/>
        </p:nvSpPr>
        <p:spPr>
          <a:xfrm>
            <a:off x="2374536" y="3735715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BA197DC-84A3-73F3-538E-CE102656804E}"/>
              </a:ext>
            </a:extLst>
          </p:cNvPr>
          <p:cNvSpPr txBox="1"/>
          <p:nvPr/>
        </p:nvSpPr>
        <p:spPr>
          <a:xfrm>
            <a:off x="2436091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账号管理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9711EE-CD6B-6D88-D36D-1BD365440C81}"/>
              </a:ext>
            </a:extLst>
          </p:cNvPr>
          <p:cNvSpPr/>
          <p:nvPr/>
        </p:nvSpPr>
        <p:spPr>
          <a:xfrm>
            <a:off x="2971069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2ACFAA-EEED-0AC8-604C-C05C542C1A0A}"/>
              </a:ext>
            </a:extLst>
          </p:cNvPr>
          <p:cNvSpPr txBox="1"/>
          <p:nvPr/>
        </p:nvSpPr>
        <p:spPr>
          <a:xfrm>
            <a:off x="3032624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组织管理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DD2B72-141D-CE5B-7D60-485A684BC22B}"/>
              </a:ext>
            </a:extLst>
          </p:cNvPr>
          <p:cNvSpPr/>
          <p:nvPr/>
        </p:nvSpPr>
        <p:spPr>
          <a:xfrm>
            <a:off x="3563082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887324-3004-5073-50E9-90EB3903D4B6}"/>
              </a:ext>
            </a:extLst>
          </p:cNvPr>
          <p:cNvSpPr txBox="1"/>
          <p:nvPr/>
        </p:nvSpPr>
        <p:spPr>
          <a:xfrm>
            <a:off x="3624637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品牌管理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7E47A4D-DFCD-A1E5-DBBF-8D1790CD14CA}"/>
              </a:ext>
            </a:extLst>
          </p:cNvPr>
          <p:cNvSpPr/>
          <p:nvPr/>
        </p:nvSpPr>
        <p:spPr>
          <a:xfrm>
            <a:off x="4156634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157F4E-ED06-42DD-C244-52090C1FA203}"/>
              </a:ext>
            </a:extLst>
          </p:cNvPr>
          <p:cNvSpPr txBox="1"/>
          <p:nvPr/>
        </p:nvSpPr>
        <p:spPr>
          <a:xfrm>
            <a:off x="4218189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权限管理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AE816E0-D1BD-949C-27D9-4AF788D3B3D9}"/>
              </a:ext>
            </a:extLst>
          </p:cNvPr>
          <p:cNvSpPr/>
          <p:nvPr/>
        </p:nvSpPr>
        <p:spPr>
          <a:xfrm>
            <a:off x="2374536" y="4888837"/>
            <a:ext cx="2298680" cy="518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3A1E275-CA16-9D0B-2D44-2DB949B296C0}"/>
              </a:ext>
            </a:extLst>
          </p:cNvPr>
          <p:cNvSpPr txBox="1"/>
          <p:nvPr/>
        </p:nvSpPr>
        <p:spPr>
          <a:xfrm>
            <a:off x="2830301" y="4991487"/>
            <a:ext cx="132633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业务模块管理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F86A0BD-1256-0BD2-ED2D-2EC13AB5F870}"/>
              </a:ext>
            </a:extLst>
          </p:cNvPr>
          <p:cNvSpPr/>
          <p:nvPr/>
        </p:nvSpPr>
        <p:spPr>
          <a:xfrm>
            <a:off x="4762010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62634B-DE38-4BA3-1234-A3086E92839B}"/>
              </a:ext>
            </a:extLst>
          </p:cNvPr>
          <p:cNvSpPr txBox="1"/>
          <p:nvPr/>
        </p:nvSpPr>
        <p:spPr>
          <a:xfrm>
            <a:off x="4823565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线上门店管理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490776D-C9AA-1FEB-6139-BB431309A8DB}"/>
              </a:ext>
            </a:extLst>
          </p:cNvPr>
          <p:cNvSpPr/>
          <p:nvPr/>
        </p:nvSpPr>
        <p:spPr>
          <a:xfrm>
            <a:off x="5356879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81495B-55D8-01E3-6EB7-2ECCEF7FFB83}"/>
              </a:ext>
            </a:extLst>
          </p:cNvPr>
          <p:cNvSpPr txBox="1"/>
          <p:nvPr/>
        </p:nvSpPr>
        <p:spPr>
          <a:xfrm>
            <a:off x="5418434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线下店铺管理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95F3C5-FEDD-DB7C-57AB-5A3CEF01C4C6}"/>
              </a:ext>
            </a:extLst>
          </p:cNvPr>
          <p:cNvSpPr/>
          <p:nvPr/>
        </p:nvSpPr>
        <p:spPr>
          <a:xfrm>
            <a:off x="596647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F036AF-EA40-A825-C985-061A374747D2}"/>
              </a:ext>
            </a:extLst>
          </p:cNvPr>
          <p:cNvSpPr txBox="1"/>
          <p:nvPr/>
        </p:nvSpPr>
        <p:spPr>
          <a:xfrm>
            <a:off x="602803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商品管理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FCA9108C-4569-2634-60A8-0CA290E09EB9}"/>
              </a:ext>
            </a:extLst>
          </p:cNvPr>
          <p:cNvSpPr/>
          <p:nvPr/>
        </p:nvSpPr>
        <p:spPr>
          <a:xfrm>
            <a:off x="656136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C080AE7-AADA-8516-F156-71458C8CD6E8}"/>
              </a:ext>
            </a:extLst>
          </p:cNvPr>
          <p:cNvSpPr txBox="1"/>
          <p:nvPr/>
        </p:nvSpPr>
        <p:spPr>
          <a:xfrm>
            <a:off x="662292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432F4BD-1D7B-4624-1E6D-BAFB8DA11B84}"/>
              </a:ext>
            </a:extLst>
          </p:cNvPr>
          <p:cNvSpPr/>
          <p:nvPr/>
        </p:nvSpPr>
        <p:spPr>
          <a:xfrm>
            <a:off x="714429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AF43CA8-533B-5A45-E978-BDCEC00554FF}"/>
              </a:ext>
            </a:extLst>
          </p:cNvPr>
          <p:cNvSpPr txBox="1"/>
          <p:nvPr/>
        </p:nvSpPr>
        <p:spPr>
          <a:xfrm>
            <a:off x="720585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DA7E074-21CA-49E2-A6C5-E75CB4C4A219}"/>
              </a:ext>
            </a:extLst>
          </p:cNvPr>
          <p:cNvSpPr/>
          <p:nvPr/>
        </p:nvSpPr>
        <p:spPr>
          <a:xfrm>
            <a:off x="7726253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00E074E-1D5F-D347-9C9C-934080C4A41F}"/>
              </a:ext>
            </a:extLst>
          </p:cNvPr>
          <p:cNvSpPr txBox="1"/>
          <p:nvPr/>
        </p:nvSpPr>
        <p:spPr>
          <a:xfrm>
            <a:off x="7787808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54D0008-16E7-D111-5441-335BF46F0B47}"/>
              </a:ext>
            </a:extLst>
          </p:cNvPr>
          <p:cNvSpPr/>
          <p:nvPr/>
        </p:nvSpPr>
        <p:spPr>
          <a:xfrm>
            <a:off x="832617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41C8C89-0130-CF82-7018-9E98C0F5C9EB}"/>
              </a:ext>
            </a:extLst>
          </p:cNvPr>
          <p:cNvSpPr txBox="1"/>
          <p:nvPr/>
        </p:nvSpPr>
        <p:spPr>
          <a:xfrm>
            <a:off x="838773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B154537-091C-BFB6-ADEB-76F846A7C19C}"/>
              </a:ext>
            </a:extLst>
          </p:cNvPr>
          <p:cNvSpPr/>
          <p:nvPr/>
        </p:nvSpPr>
        <p:spPr>
          <a:xfrm>
            <a:off x="892064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7018F15-523F-148B-8FF3-CF14A9CE080C}"/>
              </a:ext>
            </a:extLst>
          </p:cNvPr>
          <p:cNvSpPr txBox="1"/>
          <p:nvPr/>
        </p:nvSpPr>
        <p:spPr>
          <a:xfrm>
            <a:off x="898220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价格管理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51E4981-150A-163D-FA4D-8A859DBE6D4E}"/>
              </a:ext>
            </a:extLst>
          </p:cNvPr>
          <p:cNvSpPr/>
          <p:nvPr/>
        </p:nvSpPr>
        <p:spPr>
          <a:xfrm>
            <a:off x="9504320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2DD4E51-AFCB-A4ED-ABBE-F33C783051F1}"/>
              </a:ext>
            </a:extLst>
          </p:cNvPr>
          <p:cNvSpPr txBox="1"/>
          <p:nvPr/>
        </p:nvSpPr>
        <p:spPr>
          <a:xfrm>
            <a:off x="9565875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D689BDF-BDE2-ABC0-CC46-1A5299CA03AE}"/>
              </a:ext>
            </a:extLst>
          </p:cNvPr>
          <p:cNvSpPr/>
          <p:nvPr/>
        </p:nvSpPr>
        <p:spPr>
          <a:xfrm>
            <a:off x="1008671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71C1282-CB4D-CF91-AED8-E131F2F74978}"/>
              </a:ext>
            </a:extLst>
          </p:cNvPr>
          <p:cNvSpPr txBox="1"/>
          <p:nvPr/>
        </p:nvSpPr>
        <p:spPr>
          <a:xfrm>
            <a:off x="1014827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555CF0DC-2F38-E2E4-C24A-C935DB442372}"/>
              </a:ext>
            </a:extLst>
          </p:cNvPr>
          <p:cNvSpPr/>
          <p:nvPr/>
        </p:nvSpPr>
        <p:spPr>
          <a:xfrm>
            <a:off x="10666034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CC70D6A-1AC3-0681-FA5A-96952A728D2A}"/>
              </a:ext>
            </a:extLst>
          </p:cNvPr>
          <p:cNvSpPr txBox="1"/>
          <p:nvPr/>
        </p:nvSpPr>
        <p:spPr>
          <a:xfrm>
            <a:off x="10727589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ECAF693-D0B5-5769-B43D-E4D68D3E10C1}"/>
              </a:ext>
            </a:extLst>
          </p:cNvPr>
          <p:cNvSpPr/>
          <p:nvPr/>
        </p:nvSpPr>
        <p:spPr>
          <a:xfrm>
            <a:off x="1126968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6ED23B9-E274-CCA3-98FD-46CCFF7756BF}"/>
              </a:ext>
            </a:extLst>
          </p:cNvPr>
          <p:cNvSpPr txBox="1"/>
          <p:nvPr/>
        </p:nvSpPr>
        <p:spPr>
          <a:xfrm>
            <a:off x="1133124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参数设置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A76C7E8-683A-3EDA-90D5-CA45A9C7BF92}"/>
              </a:ext>
            </a:extLst>
          </p:cNvPr>
          <p:cNvSpPr/>
          <p:nvPr/>
        </p:nvSpPr>
        <p:spPr>
          <a:xfrm>
            <a:off x="11856952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D7AA9BC-A557-D03B-FBC1-54901DD1B7DF}"/>
              </a:ext>
            </a:extLst>
          </p:cNvPr>
          <p:cNvSpPr txBox="1"/>
          <p:nvPr/>
        </p:nvSpPr>
        <p:spPr>
          <a:xfrm>
            <a:off x="11918507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策略管理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E13F189-0241-5AB4-3403-4944B89282FE}"/>
              </a:ext>
            </a:extLst>
          </p:cNvPr>
          <p:cNvSpPr/>
          <p:nvPr/>
        </p:nvSpPr>
        <p:spPr>
          <a:xfrm>
            <a:off x="12436019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660CE0A-9DAC-6FB1-361E-3F15F61819A8}"/>
              </a:ext>
            </a:extLst>
          </p:cNvPr>
          <p:cNvSpPr txBox="1"/>
          <p:nvPr/>
        </p:nvSpPr>
        <p:spPr>
          <a:xfrm>
            <a:off x="12497574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审批管理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327AF17-DED8-1208-5049-E8CA6AFC0EF5}"/>
              </a:ext>
            </a:extLst>
          </p:cNvPr>
          <p:cNvSpPr/>
          <p:nvPr/>
        </p:nvSpPr>
        <p:spPr>
          <a:xfrm>
            <a:off x="1784438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255048A-CCA7-1066-9C16-121A09E39604}"/>
              </a:ext>
            </a:extLst>
          </p:cNvPr>
          <p:cNvSpPr txBox="1"/>
          <p:nvPr/>
        </p:nvSpPr>
        <p:spPr>
          <a:xfrm>
            <a:off x="1845993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42D03B8-013B-CE82-C1B3-DAEC1FFF1E23}"/>
              </a:ext>
            </a:extLst>
          </p:cNvPr>
          <p:cNvSpPr/>
          <p:nvPr/>
        </p:nvSpPr>
        <p:spPr>
          <a:xfrm>
            <a:off x="1197193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3E901B6-002A-05F0-DB97-E517562B55C8}"/>
              </a:ext>
            </a:extLst>
          </p:cNvPr>
          <p:cNvSpPr txBox="1"/>
          <p:nvPr/>
        </p:nvSpPr>
        <p:spPr>
          <a:xfrm>
            <a:off x="1258748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A9E68F25-02EA-1D64-8AF4-4BDF392622EC}"/>
              </a:ext>
            </a:extLst>
          </p:cNvPr>
          <p:cNvSpPr/>
          <p:nvPr/>
        </p:nvSpPr>
        <p:spPr>
          <a:xfrm>
            <a:off x="1190886" y="4584775"/>
            <a:ext cx="516582" cy="83190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710522B-C972-0D5C-EC23-833A8998F89D}"/>
              </a:ext>
            </a:extLst>
          </p:cNvPr>
          <p:cNvSpPr txBox="1"/>
          <p:nvPr/>
        </p:nvSpPr>
        <p:spPr>
          <a:xfrm>
            <a:off x="1252441" y="47044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E812968-655B-9D78-E685-22590B01C97E}"/>
              </a:ext>
            </a:extLst>
          </p:cNvPr>
          <p:cNvSpPr/>
          <p:nvPr/>
        </p:nvSpPr>
        <p:spPr>
          <a:xfrm>
            <a:off x="1781592" y="4566865"/>
            <a:ext cx="516582" cy="84981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ED8A2C5-D711-03F8-6BB9-E5CFAC6F0CFF}"/>
              </a:ext>
            </a:extLst>
          </p:cNvPr>
          <p:cNvSpPr txBox="1"/>
          <p:nvPr/>
        </p:nvSpPr>
        <p:spPr>
          <a:xfrm>
            <a:off x="1843147" y="47044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B485DB3-0889-3463-3917-01082DAB46FB}"/>
              </a:ext>
            </a:extLst>
          </p:cNvPr>
          <p:cNvSpPr/>
          <p:nvPr/>
        </p:nvSpPr>
        <p:spPr>
          <a:xfrm>
            <a:off x="597071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624D2F8-AF25-FCEE-2689-E982E3237FB3}"/>
              </a:ext>
            </a:extLst>
          </p:cNvPr>
          <p:cNvSpPr txBox="1"/>
          <p:nvPr/>
        </p:nvSpPr>
        <p:spPr>
          <a:xfrm>
            <a:off x="658626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登录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9307385-50E7-77FD-84E9-EEE4A233A314}"/>
              </a:ext>
            </a:extLst>
          </p:cNvPr>
          <p:cNvSpPr/>
          <p:nvPr/>
        </p:nvSpPr>
        <p:spPr>
          <a:xfrm>
            <a:off x="-3051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3359D0A-51C6-12BB-0C54-310FB78FC103}"/>
              </a:ext>
            </a:extLst>
          </p:cNvPr>
          <p:cNvSpPr txBox="1"/>
          <p:nvPr/>
        </p:nvSpPr>
        <p:spPr>
          <a:xfrm>
            <a:off x="58504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主页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6FB60DB-3F0D-69FA-9E3E-545F6E385F2F}"/>
              </a:ext>
            </a:extLst>
          </p:cNvPr>
          <p:cNvSpPr/>
          <p:nvPr/>
        </p:nvSpPr>
        <p:spPr>
          <a:xfrm>
            <a:off x="-506" y="4584775"/>
            <a:ext cx="1108051" cy="8224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1E98501-AF6F-08C0-BF60-1188EB0204DA}"/>
              </a:ext>
            </a:extLst>
          </p:cNvPr>
          <p:cNvSpPr txBox="1"/>
          <p:nvPr/>
        </p:nvSpPr>
        <p:spPr>
          <a:xfrm>
            <a:off x="185648" y="4827125"/>
            <a:ext cx="72021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系统栏</a:t>
            </a:r>
          </a:p>
        </p:txBody>
      </p:sp>
    </p:spTree>
    <p:extLst>
      <p:ext uri="{BB962C8B-B14F-4D97-AF65-F5344CB8AC3E}">
        <p14:creationId xmlns:p14="http://schemas.microsoft.com/office/powerpoint/2010/main" val="1414454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84b843d-3c31-40f4-948b-9ebb84b7b52a"/>
  <p:tag name="COMMONDATA" val="eyJoZGlkIjoiN2U2Y2I2YTRiMjExNTQ2ZTQ1MDdiYTQ2NjFmYmYxMGMifQ==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D374A"/>
      </a:accent1>
      <a:accent2>
        <a:srgbClr val="6A868F"/>
      </a:accent2>
      <a:accent3>
        <a:srgbClr val="31778E"/>
      </a:accent3>
      <a:accent4>
        <a:srgbClr val="D6C88B"/>
      </a:accent4>
      <a:accent5>
        <a:srgbClr val="D66E49"/>
      </a:accent5>
      <a:accent6>
        <a:srgbClr val="649EB2"/>
      </a:accent6>
      <a:hlink>
        <a:srgbClr val="BD374A"/>
      </a:hlink>
      <a:folHlink>
        <a:srgbClr val="BFBFBF"/>
      </a:folHlink>
    </a:clrScheme>
    <a:fontScheme name="2sdfqdb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9196</TotalTime>
  <Words>375</Words>
  <Application>Microsoft Office PowerPoint</Application>
  <PresentationFormat>宽屏</PresentationFormat>
  <Paragraphs>177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Graphik</vt:lpstr>
      <vt:lpstr>SF Pro SC</vt:lpstr>
      <vt:lpstr>阿里巴巴普惠体 B</vt:lpstr>
      <vt:lpstr>阿里巴巴普惠体 R</vt:lpstr>
      <vt:lpstr>等线</vt:lpstr>
      <vt:lpstr>微软雅黑</vt:lpstr>
      <vt:lpstr>Arial</vt:lpstr>
      <vt:lpstr>Calibri</vt:lpstr>
      <vt:lpstr>Office 主题​​</vt:lpstr>
      <vt:lpstr>1_自定义设计方案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橙色渐变风产品发布PPT模板</dc:title>
  <dc:subject/>
  <dc:creator>Microsoft Office User</dc:creator>
  <cp:keywords/>
  <dc:description/>
  <cp:lastModifiedBy>HelloWorld</cp:lastModifiedBy>
  <cp:revision>5105</cp:revision>
  <dcterms:created xsi:type="dcterms:W3CDTF">2020-10-27T10:59:00Z</dcterms:created>
  <dcterms:modified xsi:type="dcterms:W3CDTF">2024-03-18T07:05:53Z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2052-11.1.0.12155</vt:lpwstr>
  </property>
  <property fmtid="{D5CDD505-2E9C-101B-9397-08002B2CF9AE}" pid="3" name="KSORubyTemplateID">
    <vt:lpwstr>13</vt:lpwstr>
  </property>
  <property fmtid="{D5CDD505-2E9C-101B-9397-08002B2CF9AE}" pid="4" name="ICV">
    <vt:lpwstr>874FD0F6B2684153A3408AC54AD5422B</vt:lpwstr>
  </property>
</Properties>
</file>